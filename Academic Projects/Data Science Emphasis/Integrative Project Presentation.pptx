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1" r:id="rId4"/>
    <p:sldId id="262" r:id="rId5"/>
    <p:sldId id="263" r:id="rId6"/>
    <p:sldId id="264" r:id="rId7"/>
    <p:sldId id="276" r:id="rId8"/>
    <p:sldId id="278" r:id="rId9"/>
    <p:sldId id="265" r:id="rId10"/>
    <p:sldId id="279" r:id="rId11"/>
    <p:sldId id="266" r:id="rId12"/>
    <p:sldId id="280" r:id="rId13"/>
    <p:sldId id="281" r:id="rId14"/>
    <p:sldId id="282" r:id="rId15"/>
    <p:sldId id="267" r:id="rId16"/>
    <p:sldId id="268" r:id="rId17"/>
    <p:sldId id="269" r:id="rId18"/>
    <p:sldId id="270" r:id="rId19"/>
    <p:sldId id="283" r:id="rId20"/>
    <p:sldId id="284" r:id="rId21"/>
    <p:sldId id="285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A80A3-E324-45B1-B14F-A9613F7D5F31}" v="184" dt="2025-06-02T02:19:37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Arango Giraldo" userId="b1e9e691-98a7-47a3-94f5-06c4da8bed88" providerId="ADAL" clId="{2100A0EF-036D-41CE-B735-6BCD0017E272}"/>
    <pc:docChg chg="undo custSel addSld delSld modSld sldOrd">
      <pc:chgData name="Alejandro Arango Giraldo" userId="b1e9e691-98a7-47a3-94f5-06c4da8bed88" providerId="ADAL" clId="{2100A0EF-036D-41CE-B735-6BCD0017E272}" dt="2025-04-25T21:17:12.712" v="3192"/>
      <pc:docMkLst>
        <pc:docMk/>
      </pc:docMkLst>
      <pc:sldChg chg="addSp delSp modSp mod">
        <pc:chgData name="Alejandro Arango Giraldo" userId="b1e9e691-98a7-47a3-94f5-06c4da8bed88" providerId="ADAL" clId="{2100A0EF-036D-41CE-B735-6BCD0017E272}" dt="2025-04-20T19:34:35.839" v="56" actId="403"/>
        <pc:sldMkLst>
          <pc:docMk/>
          <pc:sldMk cId="1799531599" sldId="256"/>
        </pc:sldMkLst>
        <pc:spChg chg="mod">
          <ac:chgData name="Alejandro Arango Giraldo" userId="b1e9e691-98a7-47a3-94f5-06c4da8bed88" providerId="ADAL" clId="{2100A0EF-036D-41CE-B735-6BCD0017E272}" dt="2025-04-20T19:34:35.839" v="56" actId="403"/>
          <ac:spMkLst>
            <pc:docMk/>
            <pc:sldMk cId="1799531599" sldId="256"/>
            <ac:spMk id="4" creationId="{EEA51D6C-7002-5E19-C23F-A1F29BA21621}"/>
          </ac:spMkLst>
        </pc:spChg>
      </pc:sldChg>
      <pc:sldChg chg="addSp delSp modSp mod">
        <pc:chgData name="Alejandro Arango Giraldo" userId="b1e9e691-98a7-47a3-94f5-06c4da8bed88" providerId="ADAL" clId="{2100A0EF-036D-41CE-B735-6BCD0017E272}" dt="2025-04-20T19:38:00.113" v="120" actId="113"/>
        <pc:sldMkLst>
          <pc:docMk/>
          <pc:sldMk cId="34881853" sldId="257"/>
        </pc:sldMkLst>
        <pc:spChg chg="mod">
          <ac:chgData name="Alejandro Arango Giraldo" userId="b1e9e691-98a7-47a3-94f5-06c4da8bed88" providerId="ADAL" clId="{2100A0EF-036D-41CE-B735-6BCD0017E272}" dt="2025-04-20T19:35:10.522" v="75" actId="20577"/>
          <ac:spMkLst>
            <pc:docMk/>
            <pc:sldMk cId="34881853" sldId="257"/>
            <ac:spMk id="3" creationId="{9F37BD5F-650B-6A4D-773E-0D77DA45EAC7}"/>
          </ac:spMkLst>
        </pc:spChg>
        <pc:spChg chg="mod">
          <ac:chgData name="Alejandro Arango Giraldo" userId="b1e9e691-98a7-47a3-94f5-06c4da8bed88" providerId="ADAL" clId="{2100A0EF-036D-41CE-B735-6BCD0017E272}" dt="2025-04-20T19:35:45.055" v="79" actId="113"/>
          <ac:spMkLst>
            <pc:docMk/>
            <pc:sldMk cId="34881853" sldId="257"/>
            <ac:spMk id="6" creationId="{A78804D6-2AC2-FBB8-D1F5-1693585C5598}"/>
          </ac:spMkLst>
        </pc:spChg>
        <pc:spChg chg="mod">
          <ac:chgData name="Alejandro Arango Giraldo" userId="b1e9e691-98a7-47a3-94f5-06c4da8bed88" providerId="ADAL" clId="{2100A0EF-036D-41CE-B735-6BCD0017E272}" dt="2025-04-20T19:36:20.415" v="109" actId="20577"/>
          <ac:spMkLst>
            <pc:docMk/>
            <pc:sldMk cId="34881853" sldId="257"/>
            <ac:spMk id="9" creationId="{A8293176-9197-3266-59C0-1C49768B0B69}"/>
          </ac:spMkLst>
        </pc:spChg>
        <pc:spChg chg="mod">
          <ac:chgData name="Alejandro Arango Giraldo" userId="b1e9e691-98a7-47a3-94f5-06c4da8bed88" providerId="ADAL" clId="{2100A0EF-036D-41CE-B735-6BCD0017E272}" dt="2025-04-20T19:38:00.113" v="120" actId="113"/>
          <ac:spMkLst>
            <pc:docMk/>
            <pc:sldMk cId="34881853" sldId="257"/>
            <ac:spMk id="11" creationId="{BCC1F50D-27FC-4AD6-17DD-5A02A11C336D}"/>
          </ac:spMkLst>
        </pc:spChg>
      </pc:sldChg>
      <pc:sldChg chg="delSp modSp mod">
        <pc:chgData name="Alejandro Arango Giraldo" userId="b1e9e691-98a7-47a3-94f5-06c4da8bed88" providerId="ADAL" clId="{2100A0EF-036D-41CE-B735-6BCD0017E272}" dt="2025-04-20T21:22:37.009" v="491" actId="1076"/>
        <pc:sldMkLst>
          <pc:docMk/>
          <pc:sldMk cId="2069450329" sldId="261"/>
        </pc:sldMkLst>
        <pc:spChg chg="mod">
          <ac:chgData name="Alejandro Arango Giraldo" userId="b1e9e691-98a7-47a3-94f5-06c4da8bed88" providerId="ADAL" clId="{2100A0EF-036D-41CE-B735-6BCD0017E272}" dt="2025-04-20T21:22:37.009" v="491" actId="1076"/>
          <ac:spMkLst>
            <pc:docMk/>
            <pc:sldMk cId="2069450329" sldId="261"/>
            <ac:spMk id="2" creationId="{FEB53DF6-93EC-165B-10E0-40CF08E41EC5}"/>
          </ac:spMkLst>
        </pc:spChg>
        <pc:spChg chg="mod">
          <ac:chgData name="Alejandro Arango Giraldo" userId="b1e9e691-98a7-47a3-94f5-06c4da8bed88" providerId="ADAL" clId="{2100A0EF-036D-41CE-B735-6BCD0017E272}" dt="2025-04-20T20:30:57.925" v="343"/>
          <ac:spMkLst>
            <pc:docMk/>
            <pc:sldMk cId="2069450329" sldId="261"/>
            <ac:spMk id="4" creationId="{02C003D6-394C-98AD-ECB5-75C12DF70165}"/>
          </ac:spMkLst>
        </pc:spChg>
        <pc:spChg chg="mod">
          <ac:chgData name="Alejandro Arango Giraldo" userId="b1e9e691-98a7-47a3-94f5-06c4da8bed88" providerId="ADAL" clId="{2100A0EF-036D-41CE-B735-6BCD0017E272}" dt="2025-04-20T20:30:57.925" v="343"/>
          <ac:spMkLst>
            <pc:docMk/>
            <pc:sldMk cId="2069450329" sldId="261"/>
            <ac:spMk id="5" creationId="{C5BCD3B2-4E5F-96B7-5ABA-5193418D825A}"/>
          </ac:spMkLst>
        </pc:spChg>
        <pc:spChg chg="mod">
          <ac:chgData name="Alejandro Arango Giraldo" userId="b1e9e691-98a7-47a3-94f5-06c4da8bed88" providerId="ADAL" clId="{2100A0EF-036D-41CE-B735-6BCD0017E272}" dt="2025-04-20T20:30:59.498" v="345" actId="20577"/>
          <ac:spMkLst>
            <pc:docMk/>
            <pc:sldMk cId="2069450329" sldId="261"/>
            <ac:spMk id="6" creationId="{54552BC2-C554-D57E-5329-3F501DB3696F}"/>
          </ac:spMkLst>
        </pc:spChg>
        <pc:spChg chg="mod topLvl">
          <ac:chgData name="Alejandro Arango Giraldo" userId="b1e9e691-98a7-47a3-94f5-06c4da8bed88" providerId="ADAL" clId="{2100A0EF-036D-41CE-B735-6BCD0017E272}" dt="2025-04-20T21:18:23.945" v="382" actId="1036"/>
          <ac:spMkLst>
            <pc:docMk/>
            <pc:sldMk cId="2069450329" sldId="261"/>
            <ac:spMk id="44" creationId="{989CA110-2E2F-E1FF-B600-2C29F784ED27}"/>
          </ac:spMkLst>
        </pc:spChg>
        <pc:spChg chg="mod topLvl">
          <ac:chgData name="Alejandro Arango Giraldo" userId="b1e9e691-98a7-47a3-94f5-06c4da8bed88" providerId="ADAL" clId="{2100A0EF-036D-41CE-B735-6BCD0017E272}" dt="2025-04-20T21:18:11.684" v="366" actId="1037"/>
          <ac:spMkLst>
            <pc:docMk/>
            <pc:sldMk cId="2069450329" sldId="261"/>
            <ac:spMk id="45" creationId="{19FD91BE-79C1-9C72-8940-0EFACE45AE83}"/>
          </ac:spMkLst>
        </pc:spChg>
        <pc:spChg chg="mod topLvl">
          <ac:chgData name="Alejandro Arango Giraldo" userId="b1e9e691-98a7-47a3-94f5-06c4da8bed88" providerId="ADAL" clId="{2100A0EF-036D-41CE-B735-6BCD0017E272}" dt="2025-04-20T21:21:29.105" v="489" actId="20577"/>
          <ac:spMkLst>
            <pc:docMk/>
            <pc:sldMk cId="2069450329" sldId="261"/>
            <ac:spMk id="46" creationId="{D64347FC-BE20-9165-7079-66F697C268A2}"/>
          </ac:spMkLst>
        </pc:spChg>
        <pc:grpChg chg="mod">
          <ac:chgData name="Alejandro Arango Giraldo" userId="b1e9e691-98a7-47a3-94f5-06c4da8bed88" providerId="ADAL" clId="{2100A0EF-036D-41CE-B735-6BCD0017E272}" dt="2025-04-20T20:30:57.925" v="343"/>
          <ac:grpSpMkLst>
            <pc:docMk/>
            <pc:sldMk cId="2069450329" sldId="261"/>
            <ac:grpSpMk id="15" creationId="{72C4C798-FF11-B563-A924-341D2A859041}"/>
          </ac:grpSpMkLst>
        </pc:grpChg>
        <pc:grpChg chg="mod">
          <ac:chgData name="Alejandro Arango Giraldo" userId="b1e9e691-98a7-47a3-94f5-06c4da8bed88" providerId="ADAL" clId="{2100A0EF-036D-41CE-B735-6BCD0017E272}" dt="2025-04-20T21:17:29.120" v="355" actId="1076"/>
          <ac:grpSpMkLst>
            <pc:docMk/>
            <pc:sldMk cId="2069450329" sldId="261"/>
            <ac:grpSpMk id="51" creationId="{9D2BF0C7-1239-82BD-AA6F-0CE20388C733}"/>
          </ac:grpSpMkLst>
        </pc:grpChg>
        <pc:grpChg chg="mod">
          <ac:chgData name="Alejandro Arango Giraldo" userId="b1e9e691-98a7-47a3-94f5-06c4da8bed88" providerId="ADAL" clId="{2100A0EF-036D-41CE-B735-6BCD0017E272}" dt="2025-04-20T21:17:23.972" v="354" actId="1037"/>
          <ac:grpSpMkLst>
            <pc:docMk/>
            <pc:sldMk cId="2069450329" sldId="261"/>
            <ac:grpSpMk id="56" creationId="{B370BB39-F698-5A0D-D7B7-01FC82C12224}"/>
          </ac:grpSpMkLst>
        </pc:grpChg>
      </pc:sldChg>
      <pc:sldChg chg="addSp delSp modSp mod">
        <pc:chgData name="Alejandro Arango Giraldo" userId="b1e9e691-98a7-47a3-94f5-06c4da8bed88" providerId="ADAL" clId="{2100A0EF-036D-41CE-B735-6BCD0017E272}" dt="2025-04-20T22:46:52.747" v="3120" actId="20577"/>
        <pc:sldMkLst>
          <pc:docMk/>
          <pc:sldMk cId="16913561" sldId="266"/>
        </pc:sldMkLst>
        <pc:spChg chg="add mod">
          <ac:chgData name="Alejandro Arango Giraldo" userId="b1e9e691-98a7-47a3-94f5-06c4da8bed88" providerId="ADAL" clId="{2100A0EF-036D-41CE-B735-6BCD0017E272}" dt="2025-04-20T22:39:17.413" v="2980" actId="404"/>
          <ac:spMkLst>
            <pc:docMk/>
            <pc:sldMk cId="16913561" sldId="266"/>
            <ac:spMk id="3" creationId="{55D5C497-5C43-7412-F12B-C9A8373B2DBB}"/>
          </ac:spMkLst>
        </pc:spChg>
        <pc:spChg chg="mod topLvl">
          <ac:chgData name="Alejandro Arango Giraldo" userId="b1e9e691-98a7-47a3-94f5-06c4da8bed88" providerId="ADAL" clId="{2100A0EF-036D-41CE-B735-6BCD0017E272}" dt="2025-04-20T22:33:37.194" v="2894" actId="14100"/>
          <ac:spMkLst>
            <pc:docMk/>
            <pc:sldMk cId="16913561" sldId="266"/>
            <ac:spMk id="4" creationId="{EB8B7FFC-9991-567C-4C65-631950624573}"/>
          </ac:spMkLst>
        </pc:spChg>
        <pc:spChg chg="mod topLvl">
          <ac:chgData name="Alejandro Arango Giraldo" userId="b1e9e691-98a7-47a3-94f5-06c4da8bed88" providerId="ADAL" clId="{2100A0EF-036D-41CE-B735-6BCD0017E272}" dt="2025-04-20T22:30:44.941" v="2822" actId="165"/>
          <ac:spMkLst>
            <pc:docMk/>
            <pc:sldMk cId="16913561" sldId="266"/>
            <ac:spMk id="5" creationId="{44CBDD1C-6961-FA07-64B4-EFC35B80FFA8}"/>
          </ac:spMkLst>
        </pc:spChg>
        <pc:spChg chg="add mod">
          <ac:chgData name="Alejandro Arango Giraldo" userId="b1e9e691-98a7-47a3-94f5-06c4da8bed88" providerId="ADAL" clId="{2100A0EF-036D-41CE-B735-6BCD0017E272}" dt="2025-04-20T22:37:59.924" v="2958" actId="14100"/>
          <ac:spMkLst>
            <pc:docMk/>
            <pc:sldMk cId="16913561" sldId="266"/>
            <ac:spMk id="6" creationId="{CBAA4103-68F6-2A10-408C-43B96E5068C0}"/>
          </ac:spMkLst>
        </pc:spChg>
        <pc:spChg chg="add mod">
          <ac:chgData name="Alejandro Arango Giraldo" userId="b1e9e691-98a7-47a3-94f5-06c4da8bed88" providerId="ADAL" clId="{2100A0EF-036D-41CE-B735-6BCD0017E272}" dt="2025-04-20T22:39:34.165" v="2984" actId="14100"/>
          <ac:spMkLst>
            <pc:docMk/>
            <pc:sldMk cId="16913561" sldId="266"/>
            <ac:spMk id="7" creationId="{A963FE9C-4D7F-7806-687A-28FA63E117E6}"/>
          </ac:spMkLst>
        </pc:spChg>
        <pc:spChg chg="mod">
          <ac:chgData name="Alejandro Arango Giraldo" userId="b1e9e691-98a7-47a3-94f5-06c4da8bed88" providerId="ADAL" clId="{2100A0EF-036D-41CE-B735-6BCD0017E272}" dt="2025-04-20T22:35:59.143" v="2928" actId="1076"/>
          <ac:spMkLst>
            <pc:docMk/>
            <pc:sldMk cId="16913561" sldId="266"/>
            <ac:spMk id="8" creationId="{AD0571B8-33B7-064B-9F66-28FB465FDA4A}"/>
          </ac:spMkLst>
        </pc:spChg>
        <pc:spChg chg="mod">
          <ac:chgData name="Alejandro Arango Giraldo" userId="b1e9e691-98a7-47a3-94f5-06c4da8bed88" providerId="ADAL" clId="{2100A0EF-036D-41CE-B735-6BCD0017E272}" dt="2025-04-20T22:36:33.811" v="2940" actId="1076"/>
          <ac:spMkLst>
            <pc:docMk/>
            <pc:sldMk cId="16913561" sldId="266"/>
            <ac:spMk id="9" creationId="{08AEE76B-635C-AEB0-BB0C-F97323050A2C}"/>
          </ac:spMkLst>
        </pc:spChg>
        <pc:spChg chg="mod topLvl">
          <ac:chgData name="Alejandro Arango Giraldo" userId="b1e9e691-98a7-47a3-94f5-06c4da8bed88" providerId="ADAL" clId="{2100A0EF-036D-41CE-B735-6BCD0017E272}" dt="2025-04-20T22:32:34.340" v="2875" actId="14100"/>
          <ac:spMkLst>
            <pc:docMk/>
            <pc:sldMk cId="16913561" sldId="266"/>
            <ac:spMk id="11" creationId="{AE1D1B3D-C166-5B33-4EFF-331206B80D51}"/>
          </ac:spMkLst>
        </pc:spChg>
        <pc:spChg chg="mod topLvl">
          <ac:chgData name="Alejandro Arango Giraldo" userId="b1e9e691-98a7-47a3-94f5-06c4da8bed88" providerId="ADAL" clId="{2100A0EF-036D-41CE-B735-6BCD0017E272}" dt="2025-04-20T22:27:32.339" v="2768" actId="165"/>
          <ac:spMkLst>
            <pc:docMk/>
            <pc:sldMk cId="16913561" sldId="266"/>
            <ac:spMk id="12" creationId="{805E95ED-F3E1-7F7C-DE42-2016F32BB3AF}"/>
          </ac:spMkLst>
        </pc:spChg>
        <pc:spChg chg="add mod">
          <ac:chgData name="Alejandro Arango Giraldo" userId="b1e9e691-98a7-47a3-94f5-06c4da8bed88" providerId="ADAL" clId="{2100A0EF-036D-41CE-B735-6BCD0017E272}" dt="2025-04-20T22:39:48.008" v="2992" actId="1037"/>
          <ac:spMkLst>
            <pc:docMk/>
            <pc:sldMk cId="16913561" sldId="266"/>
            <ac:spMk id="14" creationId="{3879B7A3-5274-87E0-E452-9A012293D5E0}"/>
          </ac:spMkLst>
        </pc:spChg>
        <pc:spChg chg="mod topLvl">
          <ac:chgData name="Alejandro Arango Giraldo" userId="b1e9e691-98a7-47a3-94f5-06c4da8bed88" providerId="ADAL" clId="{2100A0EF-036D-41CE-B735-6BCD0017E272}" dt="2025-04-20T22:32:14.151" v="2868" actId="14100"/>
          <ac:spMkLst>
            <pc:docMk/>
            <pc:sldMk cId="16913561" sldId="266"/>
            <ac:spMk id="16" creationId="{0690DBE5-0B9B-C15A-8B67-699EA199E72E}"/>
          </ac:spMkLst>
        </pc:spChg>
        <pc:spChg chg="mod">
          <ac:chgData name="Alejandro Arango Giraldo" userId="b1e9e691-98a7-47a3-94f5-06c4da8bed88" providerId="ADAL" clId="{2100A0EF-036D-41CE-B735-6BCD0017E272}" dt="2025-04-20T22:37:06.262" v="2945" actId="14100"/>
          <ac:spMkLst>
            <pc:docMk/>
            <pc:sldMk cId="16913561" sldId="266"/>
            <ac:spMk id="18" creationId="{382BB753-8269-5DC2-F51F-BC15ECB646F0}"/>
          </ac:spMkLst>
        </pc:spChg>
        <pc:spChg chg="mod">
          <ac:chgData name="Alejandro Arango Giraldo" userId="b1e9e691-98a7-47a3-94f5-06c4da8bed88" providerId="ADAL" clId="{2100A0EF-036D-41CE-B735-6BCD0017E272}" dt="2025-04-20T22:37:00.993" v="2944" actId="14100"/>
          <ac:spMkLst>
            <pc:docMk/>
            <pc:sldMk cId="16913561" sldId="266"/>
            <ac:spMk id="19" creationId="{1BA35170-7363-53BE-6068-7D93904E260A}"/>
          </ac:spMkLst>
        </pc:spChg>
        <pc:spChg chg="mod">
          <ac:chgData name="Alejandro Arango Giraldo" userId="b1e9e691-98a7-47a3-94f5-06c4da8bed88" providerId="ADAL" clId="{2100A0EF-036D-41CE-B735-6BCD0017E272}" dt="2025-04-20T22:36:53.042" v="2943" actId="14100"/>
          <ac:spMkLst>
            <pc:docMk/>
            <pc:sldMk cId="16913561" sldId="266"/>
            <ac:spMk id="20" creationId="{55645752-4E5B-172D-2D9A-C1A16A8BC99B}"/>
          </ac:spMkLst>
        </pc:spChg>
        <pc:spChg chg="mod">
          <ac:chgData name="Alejandro Arango Giraldo" userId="b1e9e691-98a7-47a3-94f5-06c4da8bed88" providerId="ADAL" clId="{2100A0EF-036D-41CE-B735-6BCD0017E272}" dt="2025-04-20T22:42:07.225" v="3025" actId="1076"/>
          <ac:spMkLst>
            <pc:docMk/>
            <pc:sldMk cId="16913561" sldId="266"/>
            <ac:spMk id="26" creationId="{322BF439-DCAF-804D-BB40-CB94E0472118}"/>
          </ac:spMkLst>
        </pc:spChg>
        <pc:spChg chg="mod">
          <ac:chgData name="Alejandro Arango Giraldo" userId="b1e9e691-98a7-47a3-94f5-06c4da8bed88" providerId="ADAL" clId="{2100A0EF-036D-41CE-B735-6BCD0017E272}" dt="2025-04-20T22:42:09.666" v="3026" actId="1076"/>
          <ac:spMkLst>
            <pc:docMk/>
            <pc:sldMk cId="16913561" sldId="266"/>
            <ac:spMk id="27" creationId="{DEEAEE21-D0F4-0C00-1998-C89C66AA1EA2}"/>
          </ac:spMkLst>
        </pc:spChg>
        <pc:spChg chg="mod">
          <ac:chgData name="Alejandro Arango Giraldo" userId="b1e9e691-98a7-47a3-94f5-06c4da8bed88" providerId="ADAL" clId="{2100A0EF-036D-41CE-B735-6BCD0017E272}" dt="2025-04-20T22:40:54.679" v="3004" actId="404"/>
          <ac:spMkLst>
            <pc:docMk/>
            <pc:sldMk cId="16913561" sldId="266"/>
            <ac:spMk id="28" creationId="{CB84AD68-3747-DE89-E78D-C8FD199EEF47}"/>
          </ac:spMkLst>
        </pc:spChg>
        <pc:spChg chg="mod topLvl">
          <ac:chgData name="Alejandro Arango Giraldo" userId="b1e9e691-98a7-47a3-94f5-06c4da8bed88" providerId="ADAL" clId="{2100A0EF-036D-41CE-B735-6BCD0017E272}" dt="2025-04-20T22:41:15.742" v="3013" actId="1036"/>
          <ac:spMkLst>
            <pc:docMk/>
            <pc:sldMk cId="16913561" sldId="266"/>
            <ac:spMk id="29" creationId="{AFA782CB-A822-FDB7-1329-69D6FAC9E1ED}"/>
          </ac:spMkLst>
        </pc:spChg>
        <pc:spChg chg="mod">
          <ac:chgData name="Alejandro Arango Giraldo" userId="b1e9e691-98a7-47a3-94f5-06c4da8bed88" providerId="ADAL" clId="{2100A0EF-036D-41CE-B735-6BCD0017E272}" dt="2025-04-20T22:42:13.432" v="3027" actId="1076"/>
          <ac:spMkLst>
            <pc:docMk/>
            <pc:sldMk cId="16913561" sldId="266"/>
            <ac:spMk id="30" creationId="{BB6931CD-669C-E346-826F-D193B1326A2A}"/>
          </ac:spMkLst>
        </pc:spChg>
        <pc:spChg chg="mod">
          <ac:chgData name="Alejandro Arango Giraldo" userId="b1e9e691-98a7-47a3-94f5-06c4da8bed88" providerId="ADAL" clId="{2100A0EF-036D-41CE-B735-6BCD0017E272}" dt="2025-04-20T22:41:23.699" v="3015" actId="404"/>
          <ac:spMkLst>
            <pc:docMk/>
            <pc:sldMk cId="16913561" sldId="266"/>
            <ac:spMk id="31" creationId="{6DDAC64A-DF66-FDD0-E447-D6CDD79E30E1}"/>
          </ac:spMkLst>
        </pc:spChg>
        <pc:spChg chg="mod topLvl">
          <ac:chgData name="Alejandro Arango Giraldo" userId="b1e9e691-98a7-47a3-94f5-06c4da8bed88" providerId="ADAL" clId="{2100A0EF-036D-41CE-B735-6BCD0017E272}" dt="2025-04-20T22:33:12.868" v="2886" actId="1037"/>
          <ac:spMkLst>
            <pc:docMk/>
            <pc:sldMk cId="16913561" sldId="266"/>
            <ac:spMk id="33" creationId="{1BFCE97B-6CA9-5EE3-BD88-2C1C4C5535C4}"/>
          </ac:spMkLst>
        </pc:spChg>
        <pc:spChg chg="add mod">
          <ac:chgData name="Alejandro Arango Giraldo" userId="b1e9e691-98a7-47a3-94f5-06c4da8bed88" providerId="ADAL" clId="{2100A0EF-036D-41CE-B735-6BCD0017E272}" dt="2025-04-20T22:39:50.934" v="2993" actId="1076"/>
          <ac:spMkLst>
            <pc:docMk/>
            <pc:sldMk cId="16913561" sldId="266"/>
            <ac:spMk id="35" creationId="{4D6D7EB5-A998-6F7D-977E-EF9CB88991A8}"/>
          </ac:spMkLst>
        </pc:spChg>
        <pc:spChg chg="add mod">
          <ac:chgData name="Alejandro Arango Giraldo" userId="b1e9e691-98a7-47a3-94f5-06c4da8bed88" providerId="ADAL" clId="{2100A0EF-036D-41CE-B735-6BCD0017E272}" dt="2025-04-20T22:37:30.156" v="2948" actId="1076"/>
          <ac:spMkLst>
            <pc:docMk/>
            <pc:sldMk cId="16913561" sldId="266"/>
            <ac:spMk id="39" creationId="{5D2B9564-AF78-5B68-F067-CDFE1AB4B322}"/>
          </ac:spMkLst>
        </pc:spChg>
        <pc:spChg chg="mod">
          <ac:chgData name="Alejandro Arango Giraldo" userId="b1e9e691-98a7-47a3-94f5-06c4da8bed88" providerId="ADAL" clId="{2100A0EF-036D-41CE-B735-6BCD0017E272}" dt="2025-04-20T22:36:31.243" v="2939" actId="1076"/>
          <ac:spMkLst>
            <pc:docMk/>
            <pc:sldMk cId="16913561" sldId="266"/>
            <ac:spMk id="40" creationId="{7E1FDB63-CC8F-3CA2-2114-31025C98F1C6}"/>
          </ac:spMkLst>
        </pc:spChg>
        <pc:spChg chg="mod">
          <ac:chgData name="Alejandro Arango Giraldo" userId="b1e9e691-98a7-47a3-94f5-06c4da8bed88" providerId="ADAL" clId="{2100A0EF-036D-41CE-B735-6BCD0017E272}" dt="2025-04-20T22:41:53.554" v="3022" actId="1076"/>
          <ac:spMkLst>
            <pc:docMk/>
            <pc:sldMk cId="16913561" sldId="266"/>
            <ac:spMk id="41" creationId="{72F589AE-B7E3-EA9C-6F27-88A192C4F7D4}"/>
          </ac:spMkLst>
        </pc:spChg>
        <pc:spChg chg="mod">
          <ac:chgData name="Alejandro Arango Giraldo" userId="b1e9e691-98a7-47a3-94f5-06c4da8bed88" providerId="ADAL" clId="{2100A0EF-036D-41CE-B735-6BCD0017E272}" dt="2025-04-20T22:41:57.707" v="3023" actId="1076"/>
          <ac:spMkLst>
            <pc:docMk/>
            <pc:sldMk cId="16913561" sldId="266"/>
            <ac:spMk id="42" creationId="{9E77C7EB-61A0-861E-D87D-CC31E4C478D0}"/>
          </ac:spMkLst>
        </pc:spChg>
        <pc:spChg chg="mod">
          <ac:chgData name="Alejandro Arango Giraldo" userId="b1e9e691-98a7-47a3-94f5-06c4da8bed88" providerId="ADAL" clId="{2100A0EF-036D-41CE-B735-6BCD0017E272}" dt="2025-04-20T22:41:59.927" v="3024" actId="1076"/>
          <ac:spMkLst>
            <pc:docMk/>
            <pc:sldMk cId="16913561" sldId="266"/>
            <ac:spMk id="43" creationId="{FA74FFA9-9A54-4191-41E2-6AD25A7CA83F}"/>
          </ac:spMkLst>
        </pc:spChg>
        <pc:spChg chg="add mod">
          <ac:chgData name="Alejandro Arango Giraldo" userId="b1e9e691-98a7-47a3-94f5-06c4da8bed88" providerId="ADAL" clId="{2100A0EF-036D-41CE-B735-6BCD0017E272}" dt="2025-04-20T22:42:35.028" v="3030" actId="164"/>
          <ac:spMkLst>
            <pc:docMk/>
            <pc:sldMk cId="16913561" sldId="266"/>
            <ac:spMk id="48" creationId="{91A934C6-4942-FC5E-2F53-366CB61DB7FE}"/>
          </ac:spMkLst>
        </pc:spChg>
        <pc:spChg chg="add mod">
          <ac:chgData name="Alejandro Arango Giraldo" userId="b1e9e691-98a7-47a3-94f5-06c4da8bed88" providerId="ADAL" clId="{2100A0EF-036D-41CE-B735-6BCD0017E272}" dt="2025-04-20T22:44:25.245" v="3066" actId="20577"/>
          <ac:spMkLst>
            <pc:docMk/>
            <pc:sldMk cId="16913561" sldId="266"/>
            <ac:spMk id="49" creationId="{EA90DEEA-3DF5-3D1B-8DED-46F8AC712286}"/>
          </ac:spMkLst>
        </pc:spChg>
        <pc:spChg chg="add mod">
          <ac:chgData name="Alejandro Arango Giraldo" userId="b1e9e691-98a7-47a3-94f5-06c4da8bed88" providerId="ADAL" clId="{2100A0EF-036D-41CE-B735-6BCD0017E272}" dt="2025-04-20T22:44:32.997" v="3070" actId="20577"/>
          <ac:spMkLst>
            <pc:docMk/>
            <pc:sldMk cId="16913561" sldId="266"/>
            <ac:spMk id="50" creationId="{D2F969E2-60D6-A8DA-1C3F-B833904FADFF}"/>
          </ac:spMkLst>
        </pc:spChg>
        <pc:spChg chg="mod">
          <ac:chgData name="Alejandro Arango Giraldo" userId="b1e9e691-98a7-47a3-94f5-06c4da8bed88" providerId="ADAL" clId="{2100A0EF-036D-41CE-B735-6BCD0017E272}" dt="2025-04-20T22:44:44.627" v="3074" actId="20577"/>
          <ac:spMkLst>
            <pc:docMk/>
            <pc:sldMk cId="16913561" sldId="266"/>
            <ac:spMk id="53" creationId="{9D991DB9-AF3B-448E-7DB7-A94B0641CBCE}"/>
          </ac:spMkLst>
        </pc:spChg>
        <pc:spChg chg="mod">
          <ac:chgData name="Alejandro Arango Giraldo" userId="b1e9e691-98a7-47a3-94f5-06c4da8bed88" providerId="ADAL" clId="{2100A0EF-036D-41CE-B735-6BCD0017E272}" dt="2025-04-20T22:44:54.027" v="3078" actId="20577"/>
          <ac:spMkLst>
            <pc:docMk/>
            <pc:sldMk cId="16913561" sldId="266"/>
            <ac:spMk id="54" creationId="{298B26BF-274F-11AE-3282-A27C851700B4}"/>
          </ac:spMkLst>
        </pc:spChg>
        <pc:spChg chg="mod">
          <ac:chgData name="Alejandro Arango Giraldo" userId="b1e9e691-98a7-47a3-94f5-06c4da8bed88" providerId="ADAL" clId="{2100A0EF-036D-41CE-B735-6BCD0017E272}" dt="2025-04-20T22:45:05.747" v="3084" actId="20577"/>
          <ac:spMkLst>
            <pc:docMk/>
            <pc:sldMk cId="16913561" sldId="266"/>
            <ac:spMk id="55" creationId="{84FAF926-B22A-4198-A2FD-8121FD2AB650}"/>
          </ac:spMkLst>
        </pc:spChg>
        <pc:spChg chg="mod">
          <ac:chgData name="Alejandro Arango Giraldo" userId="b1e9e691-98a7-47a3-94f5-06c4da8bed88" providerId="ADAL" clId="{2100A0EF-036D-41CE-B735-6BCD0017E272}" dt="2025-04-20T22:45:13.467" v="3086" actId="20577"/>
          <ac:spMkLst>
            <pc:docMk/>
            <pc:sldMk cId="16913561" sldId="266"/>
            <ac:spMk id="57" creationId="{27B6C946-5000-531F-6825-09C6C3CCDC18}"/>
          </ac:spMkLst>
        </pc:spChg>
        <pc:spChg chg="mod">
          <ac:chgData name="Alejandro Arango Giraldo" userId="b1e9e691-98a7-47a3-94f5-06c4da8bed88" providerId="ADAL" clId="{2100A0EF-036D-41CE-B735-6BCD0017E272}" dt="2025-04-20T22:45:21.177" v="3088" actId="20577"/>
          <ac:spMkLst>
            <pc:docMk/>
            <pc:sldMk cId="16913561" sldId="266"/>
            <ac:spMk id="58" creationId="{3F5464B5-3806-7983-8148-C40AE1E75A30}"/>
          </ac:spMkLst>
        </pc:spChg>
        <pc:spChg chg="mod">
          <ac:chgData name="Alejandro Arango Giraldo" userId="b1e9e691-98a7-47a3-94f5-06c4da8bed88" providerId="ADAL" clId="{2100A0EF-036D-41CE-B735-6BCD0017E272}" dt="2025-04-20T22:45:28.022" v="3092" actId="20577"/>
          <ac:spMkLst>
            <pc:docMk/>
            <pc:sldMk cId="16913561" sldId="266"/>
            <ac:spMk id="59" creationId="{CCA5F334-923E-A1F8-7DCF-9260D1AFCA8A}"/>
          </ac:spMkLst>
        </pc:spChg>
        <pc:spChg chg="mod">
          <ac:chgData name="Alejandro Arango Giraldo" userId="b1e9e691-98a7-47a3-94f5-06c4da8bed88" providerId="ADAL" clId="{2100A0EF-036D-41CE-B735-6BCD0017E272}" dt="2025-04-20T22:45:38.267" v="3094" actId="20577"/>
          <ac:spMkLst>
            <pc:docMk/>
            <pc:sldMk cId="16913561" sldId="266"/>
            <ac:spMk id="61" creationId="{92A4FA87-CE19-874D-58C6-FDBDF8E66E76}"/>
          </ac:spMkLst>
        </pc:spChg>
        <pc:spChg chg="mod">
          <ac:chgData name="Alejandro Arango Giraldo" userId="b1e9e691-98a7-47a3-94f5-06c4da8bed88" providerId="ADAL" clId="{2100A0EF-036D-41CE-B735-6BCD0017E272}" dt="2025-04-20T22:45:46.947" v="3098" actId="20577"/>
          <ac:spMkLst>
            <pc:docMk/>
            <pc:sldMk cId="16913561" sldId="266"/>
            <ac:spMk id="62" creationId="{2440F6EF-6BDB-9346-8305-38C994250860}"/>
          </ac:spMkLst>
        </pc:spChg>
        <pc:spChg chg="mod">
          <ac:chgData name="Alejandro Arango Giraldo" userId="b1e9e691-98a7-47a3-94f5-06c4da8bed88" providerId="ADAL" clId="{2100A0EF-036D-41CE-B735-6BCD0017E272}" dt="2025-04-20T22:45:57.683" v="3102" actId="20577"/>
          <ac:spMkLst>
            <pc:docMk/>
            <pc:sldMk cId="16913561" sldId="266"/>
            <ac:spMk id="63" creationId="{ABF2180B-B2E5-769E-3DE0-54042098B114}"/>
          </ac:spMkLst>
        </pc:spChg>
        <pc:spChg chg="mod">
          <ac:chgData name="Alejandro Arango Giraldo" userId="b1e9e691-98a7-47a3-94f5-06c4da8bed88" providerId="ADAL" clId="{2100A0EF-036D-41CE-B735-6BCD0017E272}" dt="2025-04-20T22:46:09.177" v="3104" actId="20577"/>
          <ac:spMkLst>
            <pc:docMk/>
            <pc:sldMk cId="16913561" sldId="266"/>
            <ac:spMk id="3073" creationId="{FE1DDE63-78A5-5533-C94A-EC8C5A3D03DF}"/>
          </ac:spMkLst>
        </pc:spChg>
        <pc:spChg chg="mod">
          <ac:chgData name="Alejandro Arango Giraldo" userId="b1e9e691-98a7-47a3-94f5-06c4da8bed88" providerId="ADAL" clId="{2100A0EF-036D-41CE-B735-6BCD0017E272}" dt="2025-04-20T22:46:15.380" v="3106" actId="20577"/>
          <ac:spMkLst>
            <pc:docMk/>
            <pc:sldMk cId="16913561" sldId="266"/>
            <ac:spMk id="3075" creationId="{9A402C56-2804-411F-04D3-3732AD4AB5D9}"/>
          </ac:spMkLst>
        </pc:spChg>
        <pc:spChg chg="mod">
          <ac:chgData name="Alejandro Arango Giraldo" userId="b1e9e691-98a7-47a3-94f5-06c4da8bed88" providerId="ADAL" clId="{2100A0EF-036D-41CE-B735-6BCD0017E272}" dt="2025-04-20T22:46:23.917" v="3110" actId="20577"/>
          <ac:spMkLst>
            <pc:docMk/>
            <pc:sldMk cId="16913561" sldId="266"/>
            <ac:spMk id="3077" creationId="{8DCD75FA-1ABE-B294-D221-B9FAA74FD3CF}"/>
          </ac:spMkLst>
        </pc:spChg>
        <pc:spChg chg="mod">
          <ac:chgData name="Alejandro Arango Giraldo" userId="b1e9e691-98a7-47a3-94f5-06c4da8bed88" providerId="ADAL" clId="{2100A0EF-036D-41CE-B735-6BCD0017E272}" dt="2025-04-20T22:46:31.867" v="3114" actId="20577"/>
          <ac:spMkLst>
            <pc:docMk/>
            <pc:sldMk cId="16913561" sldId="266"/>
            <ac:spMk id="3079" creationId="{6422D724-5270-2174-3C01-E1BA2911CEDA}"/>
          </ac:spMkLst>
        </pc:spChg>
        <pc:spChg chg="mod">
          <ac:chgData name="Alejandro Arango Giraldo" userId="b1e9e691-98a7-47a3-94f5-06c4da8bed88" providerId="ADAL" clId="{2100A0EF-036D-41CE-B735-6BCD0017E272}" dt="2025-04-20T22:46:45.557" v="3116" actId="20577"/>
          <ac:spMkLst>
            <pc:docMk/>
            <pc:sldMk cId="16913561" sldId="266"/>
            <ac:spMk id="3080" creationId="{B0801ECB-CC64-ECCC-E023-B53B2B463B5A}"/>
          </ac:spMkLst>
        </pc:spChg>
        <pc:spChg chg="mod">
          <ac:chgData name="Alejandro Arango Giraldo" userId="b1e9e691-98a7-47a3-94f5-06c4da8bed88" providerId="ADAL" clId="{2100A0EF-036D-41CE-B735-6BCD0017E272}" dt="2025-04-20T22:46:52.747" v="3120" actId="20577"/>
          <ac:spMkLst>
            <pc:docMk/>
            <pc:sldMk cId="16913561" sldId="266"/>
            <ac:spMk id="3081" creationId="{2D7DE469-B73D-755B-0E80-A312A66797EA}"/>
          </ac:spMkLst>
        </pc:spChg>
        <pc:grpChg chg="add mod">
          <ac:chgData name="Alejandro Arango Giraldo" userId="b1e9e691-98a7-47a3-94f5-06c4da8bed88" providerId="ADAL" clId="{2100A0EF-036D-41CE-B735-6BCD0017E272}" dt="2025-04-20T22:42:35.028" v="3030" actId="164"/>
          <ac:grpSpMkLst>
            <pc:docMk/>
            <pc:sldMk cId="16913561" sldId="266"/>
            <ac:grpSpMk id="51" creationId="{8FF86EFE-5FB1-F8A2-3D53-F153FFEACA3E}"/>
          </ac:grpSpMkLst>
        </pc:grpChg>
        <pc:grpChg chg="add mod">
          <ac:chgData name="Alejandro Arango Giraldo" userId="b1e9e691-98a7-47a3-94f5-06c4da8bed88" providerId="ADAL" clId="{2100A0EF-036D-41CE-B735-6BCD0017E272}" dt="2025-04-20T22:42:49.037" v="3032" actId="1076"/>
          <ac:grpSpMkLst>
            <pc:docMk/>
            <pc:sldMk cId="16913561" sldId="266"/>
            <ac:grpSpMk id="52" creationId="{64E0996C-3A71-3E98-D7AF-83C7F96DDFC8}"/>
          </ac:grpSpMkLst>
        </pc:grpChg>
        <pc:grpChg chg="add mod">
          <ac:chgData name="Alejandro Arango Giraldo" userId="b1e9e691-98a7-47a3-94f5-06c4da8bed88" providerId="ADAL" clId="{2100A0EF-036D-41CE-B735-6BCD0017E272}" dt="2025-04-20T22:43:05.942" v="3034" actId="1076"/>
          <ac:grpSpMkLst>
            <pc:docMk/>
            <pc:sldMk cId="16913561" sldId="266"/>
            <ac:grpSpMk id="56" creationId="{C8061B20-AAA0-16D0-4AED-92475D624F10}"/>
          </ac:grpSpMkLst>
        </pc:grpChg>
        <pc:grpChg chg="add mod">
          <ac:chgData name="Alejandro Arango Giraldo" userId="b1e9e691-98a7-47a3-94f5-06c4da8bed88" providerId="ADAL" clId="{2100A0EF-036D-41CE-B735-6BCD0017E272}" dt="2025-04-20T22:43:20.647" v="3039" actId="1038"/>
          <ac:grpSpMkLst>
            <pc:docMk/>
            <pc:sldMk cId="16913561" sldId="266"/>
            <ac:grpSpMk id="60" creationId="{8DD5BCA2-56F2-848A-C1C8-AECE16260AC8}"/>
          </ac:grpSpMkLst>
        </pc:grpChg>
        <pc:grpChg chg="add mod">
          <ac:chgData name="Alejandro Arango Giraldo" userId="b1e9e691-98a7-47a3-94f5-06c4da8bed88" providerId="ADAL" clId="{2100A0EF-036D-41CE-B735-6BCD0017E272}" dt="2025-04-20T22:43:55.527" v="3056" actId="1038"/>
          <ac:grpSpMkLst>
            <pc:docMk/>
            <pc:sldMk cId="16913561" sldId="266"/>
            <ac:grpSpMk id="3072" creationId="{CAE91347-637C-7683-0DF7-8105F1755EDF}"/>
          </ac:grpSpMkLst>
        </pc:grpChg>
        <pc:grpChg chg="add mod">
          <ac:chgData name="Alejandro Arango Giraldo" userId="b1e9e691-98a7-47a3-94f5-06c4da8bed88" providerId="ADAL" clId="{2100A0EF-036D-41CE-B735-6BCD0017E272}" dt="2025-04-20T22:44:04.377" v="3062" actId="1037"/>
          <ac:grpSpMkLst>
            <pc:docMk/>
            <pc:sldMk cId="16913561" sldId="266"/>
            <ac:grpSpMk id="3078" creationId="{0C9F1312-02C8-F3F3-974D-09C21049B5E0}"/>
          </ac:grpSpMkLst>
        </pc:grpChg>
        <pc:cxnChg chg="mod">
          <ac:chgData name="Alejandro Arango Giraldo" userId="b1e9e691-98a7-47a3-94f5-06c4da8bed88" providerId="ADAL" clId="{2100A0EF-036D-41CE-B735-6BCD0017E272}" dt="2025-04-20T22:32:42.289" v="2876" actId="1076"/>
          <ac:cxnSpMkLst>
            <pc:docMk/>
            <pc:sldMk cId="16913561" sldId="266"/>
            <ac:cxnSpMk id="24" creationId="{3C889A46-E2A6-2081-FF48-D134B50AE7A0}"/>
          </ac:cxnSpMkLst>
        </pc:cxnChg>
        <pc:cxnChg chg="add mod">
          <ac:chgData name="Alejandro Arango Giraldo" userId="b1e9e691-98a7-47a3-94f5-06c4da8bed88" providerId="ADAL" clId="{2100A0EF-036D-41CE-B735-6BCD0017E272}" dt="2025-04-20T22:43:40.514" v="3050" actId="1037"/>
          <ac:cxnSpMkLst>
            <pc:docMk/>
            <pc:sldMk cId="16913561" sldId="266"/>
            <ac:cxnSpMk id="25" creationId="{07BF7B28-0ADC-9BEA-3D7E-AA9283837588}"/>
          </ac:cxnSpMkLst>
        </pc:cxnChg>
        <pc:cxnChg chg="mod">
          <ac:chgData name="Alejandro Arango Giraldo" userId="b1e9e691-98a7-47a3-94f5-06c4da8bed88" providerId="ADAL" clId="{2100A0EF-036D-41CE-B735-6BCD0017E272}" dt="2025-04-20T22:31:54.221" v="2862" actId="1076"/>
          <ac:cxnSpMkLst>
            <pc:docMk/>
            <pc:sldMk cId="16913561" sldId="266"/>
            <ac:cxnSpMk id="36" creationId="{5DA3E2A0-E8EB-802D-B666-80CA42F40C77}"/>
          </ac:cxnSpMkLst>
        </pc:cxnChg>
        <pc:cxnChg chg="mod">
          <ac:chgData name="Alejandro Arango Giraldo" userId="b1e9e691-98a7-47a3-94f5-06c4da8bed88" providerId="ADAL" clId="{2100A0EF-036D-41CE-B735-6BCD0017E272}" dt="2025-04-20T22:33:49.573" v="2899" actId="1076"/>
          <ac:cxnSpMkLst>
            <pc:docMk/>
            <pc:sldMk cId="16913561" sldId="266"/>
            <ac:cxnSpMk id="37" creationId="{2E46F49B-0997-A170-4AF6-ACD6270CE712}"/>
          </ac:cxnSpMkLst>
        </pc:cxnChg>
        <pc:cxnChg chg="add mod">
          <ac:chgData name="Alejandro Arango Giraldo" userId="b1e9e691-98a7-47a3-94f5-06c4da8bed88" providerId="ADAL" clId="{2100A0EF-036D-41CE-B735-6BCD0017E272}" dt="2025-04-20T22:43:45.647" v="3053" actId="1037"/>
          <ac:cxnSpMkLst>
            <pc:docMk/>
            <pc:sldMk cId="16913561" sldId="266"/>
            <ac:cxnSpMk id="44" creationId="{9C85F0F4-FD71-1854-4FBF-5E623712BD13}"/>
          </ac:cxnSpMkLst>
        </pc:cxnChg>
        <pc:cxnChg chg="add mod">
          <ac:chgData name="Alejandro Arango Giraldo" userId="b1e9e691-98a7-47a3-94f5-06c4da8bed88" providerId="ADAL" clId="{2100A0EF-036D-41CE-B735-6BCD0017E272}" dt="2025-04-20T22:39:36.018" v="2985" actId="1076"/>
          <ac:cxnSpMkLst>
            <pc:docMk/>
            <pc:sldMk cId="16913561" sldId="266"/>
            <ac:cxnSpMk id="45" creationId="{A318F1C6-92A8-4299-E8D1-87BE1D0796B9}"/>
          </ac:cxnSpMkLst>
        </pc:cxnChg>
        <pc:cxnChg chg="add mod">
          <ac:chgData name="Alejandro Arango Giraldo" userId="b1e9e691-98a7-47a3-94f5-06c4da8bed88" providerId="ADAL" clId="{2100A0EF-036D-41CE-B735-6BCD0017E272}" dt="2025-04-20T22:39:41.013" v="2987" actId="1076"/>
          <ac:cxnSpMkLst>
            <pc:docMk/>
            <pc:sldMk cId="16913561" sldId="266"/>
            <ac:cxnSpMk id="46" creationId="{F36138A9-5DC0-BB4A-076E-E4073DEEA067}"/>
          </ac:cxnSpMkLst>
        </pc:cxnChg>
        <pc:cxnChg chg="add mod">
          <ac:chgData name="Alejandro Arango Giraldo" userId="b1e9e691-98a7-47a3-94f5-06c4da8bed88" providerId="ADAL" clId="{2100A0EF-036D-41CE-B735-6BCD0017E272}" dt="2025-04-20T22:39:52.536" v="2994" actId="1076"/>
          <ac:cxnSpMkLst>
            <pc:docMk/>
            <pc:sldMk cId="16913561" sldId="266"/>
            <ac:cxnSpMk id="47" creationId="{14040966-C60D-5E93-A122-6438E1CF99C8}"/>
          </ac:cxnSpMkLst>
        </pc:cxnChg>
      </pc:sldChg>
      <pc:sldChg chg="addSp modSp mod">
        <pc:chgData name="Alejandro Arango Giraldo" userId="b1e9e691-98a7-47a3-94f5-06c4da8bed88" providerId="ADAL" clId="{2100A0EF-036D-41CE-B735-6BCD0017E272}" dt="2025-04-25T21:00:14.006" v="3190" actId="1076"/>
        <pc:sldMkLst>
          <pc:docMk/>
          <pc:sldMk cId="3327159240" sldId="268"/>
        </pc:sldMkLst>
        <pc:spChg chg="add mod">
          <ac:chgData name="Alejandro Arango Giraldo" userId="b1e9e691-98a7-47a3-94f5-06c4da8bed88" providerId="ADAL" clId="{2100A0EF-036D-41CE-B735-6BCD0017E272}" dt="2025-04-25T20:59:46.541" v="3176" actId="20577"/>
          <ac:spMkLst>
            <pc:docMk/>
            <pc:sldMk cId="3327159240" sldId="268"/>
            <ac:spMk id="2" creationId="{766E105F-95C8-D5D7-E4EB-4E0799F58C08}"/>
          </ac:spMkLst>
        </pc:spChg>
        <pc:spChg chg="add mod">
          <ac:chgData name="Alejandro Arango Giraldo" userId="b1e9e691-98a7-47a3-94f5-06c4da8bed88" providerId="ADAL" clId="{2100A0EF-036D-41CE-B735-6BCD0017E272}" dt="2025-04-25T21:00:14.006" v="3190" actId="1076"/>
          <ac:spMkLst>
            <pc:docMk/>
            <pc:sldMk cId="3327159240" sldId="268"/>
            <ac:spMk id="3" creationId="{A7AFBD90-7ECC-8C54-C8D3-501C9EC9D8C6}"/>
          </ac:spMkLst>
        </pc:spChg>
        <pc:spChg chg="mod">
          <ac:chgData name="Alejandro Arango Giraldo" userId="b1e9e691-98a7-47a3-94f5-06c4da8bed88" providerId="ADAL" clId="{2100A0EF-036D-41CE-B735-6BCD0017E272}" dt="2025-04-25T20:59:18.239" v="3125" actId="1076"/>
          <ac:spMkLst>
            <pc:docMk/>
            <pc:sldMk cId="3327159240" sldId="268"/>
            <ac:spMk id="7" creationId="{113CF794-8557-2A5C-56CC-69F70486DB2B}"/>
          </ac:spMkLst>
        </pc:spChg>
      </pc:sldChg>
      <pc:sldChg chg="addSp modSp mod">
        <pc:chgData name="Alejandro Arango Giraldo" userId="b1e9e691-98a7-47a3-94f5-06c4da8bed88" providerId="ADAL" clId="{2100A0EF-036D-41CE-B735-6BCD0017E272}" dt="2025-04-20T22:25:36.703" v="2751" actId="1076"/>
        <pc:sldMkLst>
          <pc:docMk/>
          <pc:sldMk cId="262458286" sldId="271"/>
        </pc:sldMkLst>
        <pc:spChg chg="mod">
          <ac:chgData name="Alejandro Arango Giraldo" userId="b1e9e691-98a7-47a3-94f5-06c4da8bed88" providerId="ADAL" clId="{2100A0EF-036D-41CE-B735-6BCD0017E272}" dt="2025-04-20T22:25:32.247" v="2750" actId="1076"/>
          <ac:spMkLst>
            <pc:docMk/>
            <pc:sldMk cId="262458286" sldId="271"/>
            <ac:spMk id="3" creationId="{067CC461-F77D-0AA0-9518-98731D0A8BCB}"/>
          </ac:spMkLst>
        </pc:spChg>
        <pc:spChg chg="mod">
          <ac:chgData name="Alejandro Arango Giraldo" userId="b1e9e691-98a7-47a3-94f5-06c4da8bed88" providerId="ADAL" clId="{2100A0EF-036D-41CE-B735-6BCD0017E272}" dt="2025-04-20T22:20:45.182" v="2429" actId="164"/>
          <ac:spMkLst>
            <pc:docMk/>
            <pc:sldMk cId="262458286" sldId="271"/>
            <ac:spMk id="5" creationId="{705973D9-BD1C-D61F-F687-529154193DB1}"/>
          </ac:spMkLst>
        </pc:spChg>
        <pc:spChg chg="mod">
          <ac:chgData name="Alejandro Arango Giraldo" userId="b1e9e691-98a7-47a3-94f5-06c4da8bed88" providerId="ADAL" clId="{2100A0EF-036D-41CE-B735-6BCD0017E272}" dt="2025-04-20T22:25:25.936" v="2749" actId="20577"/>
          <ac:spMkLst>
            <pc:docMk/>
            <pc:sldMk cId="262458286" sldId="271"/>
            <ac:spMk id="8" creationId="{088F5535-5D94-066C-2FB9-C261C8A69AA5}"/>
          </ac:spMkLst>
        </pc:spChg>
        <pc:grpChg chg="add mod">
          <ac:chgData name="Alejandro Arango Giraldo" userId="b1e9e691-98a7-47a3-94f5-06c4da8bed88" providerId="ADAL" clId="{2100A0EF-036D-41CE-B735-6BCD0017E272}" dt="2025-04-20T22:25:36.703" v="2751" actId="1076"/>
          <ac:grpSpMkLst>
            <pc:docMk/>
            <pc:sldMk cId="262458286" sldId="271"/>
            <ac:grpSpMk id="6" creationId="{930169D1-9391-9233-0061-0F29C042F535}"/>
          </ac:grpSpMkLst>
        </pc:grpChg>
      </pc:sldChg>
      <pc:sldChg chg="addSp delSp modSp mod ord">
        <pc:chgData name="Alejandro Arango Giraldo" userId="b1e9e691-98a7-47a3-94f5-06c4da8bed88" providerId="ADAL" clId="{2100A0EF-036D-41CE-B735-6BCD0017E272}" dt="2025-04-25T21:17:12.712" v="3192"/>
        <pc:sldMkLst>
          <pc:docMk/>
          <pc:sldMk cId="2779451952" sldId="272"/>
        </pc:sldMkLst>
      </pc:sldChg>
      <pc:sldChg chg="del">
        <pc:chgData name="Alejandro Arango Giraldo" userId="b1e9e691-98a7-47a3-94f5-06c4da8bed88" providerId="ADAL" clId="{2100A0EF-036D-41CE-B735-6BCD0017E272}" dt="2025-04-20T20:07:46.173" v="121" actId="2696"/>
        <pc:sldMkLst>
          <pc:docMk/>
          <pc:sldMk cId="2115088781" sldId="274"/>
        </pc:sldMkLst>
      </pc:sldChg>
      <pc:sldChg chg="del">
        <pc:chgData name="Alejandro Arango Giraldo" userId="b1e9e691-98a7-47a3-94f5-06c4da8bed88" providerId="ADAL" clId="{2100A0EF-036D-41CE-B735-6BCD0017E272}" dt="2025-04-20T20:28:21.812" v="249" actId="2696"/>
        <pc:sldMkLst>
          <pc:docMk/>
          <pc:sldMk cId="798630508" sldId="275"/>
        </pc:sldMkLst>
      </pc:sldChg>
      <pc:sldChg chg="addSp delSp modSp new mod">
        <pc:chgData name="Alejandro Arango Giraldo" userId="b1e9e691-98a7-47a3-94f5-06c4da8bed88" providerId="ADAL" clId="{2100A0EF-036D-41CE-B735-6BCD0017E272}" dt="2025-04-20T21:55:26.422" v="1514" actId="20577"/>
        <pc:sldMkLst>
          <pc:docMk/>
          <pc:sldMk cId="397907114" sldId="280"/>
        </pc:sldMkLst>
      </pc:sldChg>
      <pc:sldChg chg="del">
        <pc:chgData name="Alejandro Arango Giraldo" userId="b1e9e691-98a7-47a3-94f5-06c4da8bed88" providerId="ADAL" clId="{2100A0EF-036D-41CE-B735-6BCD0017E272}" dt="2025-04-20T20:28:13.514" v="248" actId="2696"/>
        <pc:sldMkLst>
          <pc:docMk/>
          <pc:sldMk cId="4026180517" sldId="280"/>
        </pc:sldMkLst>
      </pc:sldChg>
      <pc:sldChg chg="addSp delSp modSp add mod">
        <pc:chgData name="Alejandro Arango Giraldo" userId="b1e9e691-98a7-47a3-94f5-06c4da8bed88" providerId="ADAL" clId="{2100A0EF-036D-41CE-B735-6BCD0017E272}" dt="2025-04-20T22:19:39.089" v="2426" actId="20577"/>
        <pc:sldMkLst>
          <pc:docMk/>
          <pc:sldMk cId="2897805729" sldId="281"/>
        </pc:sldMkLst>
      </pc:sldChg>
      <pc:sldChg chg="addSp delSp modSp new mod">
        <pc:chgData name="Alejandro Arango Giraldo" userId="b1e9e691-98a7-47a3-94f5-06c4da8bed88" providerId="ADAL" clId="{2100A0EF-036D-41CE-B735-6BCD0017E272}" dt="2025-04-25T20:47:42.520" v="3124" actId="478"/>
        <pc:sldMkLst>
          <pc:docMk/>
          <pc:sldMk cId="2968881703" sldId="282"/>
        </pc:sldMkLst>
      </pc:sldChg>
    </pc:docChg>
  </pc:docChgLst>
  <pc:docChgLst>
    <pc:chgData name="Alejandro Arango Giraldo" userId="b1e9e691-98a7-47a3-94f5-06c4da8bed88" providerId="ADAL" clId="{31BA80A3-E324-45B1-B14F-A9613F7D5F31}"/>
    <pc:docChg chg="undo redo custSel addSld delSld modSld sldOrd">
      <pc:chgData name="Alejandro Arango Giraldo" userId="b1e9e691-98a7-47a3-94f5-06c4da8bed88" providerId="ADAL" clId="{31BA80A3-E324-45B1-B14F-A9613F7D5F31}" dt="2025-06-02T02:20:45.576" v="1753" actId="20577"/>
      <pc:docMkLst>
        <pc:docMk/>
      </pc:docMkLst>
      <pc:sldChg chg="modSp mod">
        <pc:chgData name="Alejandro Arango Giraldo" userId="b1e9e691-98a7-47a3-94f5-06c4da8bed88" providerId="ADAL" clId="{31BA80A3-E324-45B1-B14F-A9613F7D5F31}" dt="2025-06-01T13:28:04.600" v="104" actId="1076"/>
        <pc:sldMkLst>
          <pc:docMk/>
          <pc:sldMk cId="2069450329" sldId="261"/>
        </pc:sldMkLst>
        <pc:spChg chg="mod">
          <ac:chgData name="Alejandro Arango Giraldo" userId="b1e9e691-98a7-47a3-94f5-06c4da8bed88" providerId="ADAL" clId="{31BA80A3-E324-45B1-B14F-A9613F7D5F31}" dt="2025-06-01T13:27:52.285" v="103" actId="14100"/>
          <ac:spMkLst>
            <pc:docMk/>
            <pc:sldMk cId="2069450329" sldId="261"/>
            <ac:spMk id="45" creationId="{19FD91BE-79C1-9C72-8940-0EFACE45AE83}"/>
          </ac:spMkLst>
        </pc:spChg>
        <pc:spChg chg="mod">
          <ac:chgData name="Alejandro Arango Giraldo" userId="b1e9e691-98a7-47a3-94f5-06c4da8bed88" providerId="ADAL" clId="{31BA80A3-E324-45B1-B14F-A9613F7D5F31}" dt="2025-06-01T13:27:43.582" v="102" actId="20577"/>
          <ac:spMkLst>
            <pc:docMk/>
            <pc:sldMk cId="2069450329" sldId="261"/>
            <ac:spMk id="46" creationId="{D64347FC-BE20-9165-7079-66F697C268A2}"/>
          </ac:spMkLst>
        </pc:spChg>
        <pc:grpChg chg="mod">
          <ac:chgData name="Alejandro Arango Giraldo" userId="b1e9e691-98a7-47a3-94f5-06c4da8bed88" providerId="ADAL" clId="{31BA80A3-E324-45B1-B14F-A9613F7D5F31}" dt="2025-06-01T13:28:04.600" v="104" actId="1076"/>
          <ac:grpSpMkLst>
            <pc:docMk/>
            <pc:sldMk cId="2069450329" sldId="261"/>
            <ac:grpSpMk id="51" creationId="{9D2BF0C7-1239-82BD-AA6F-0CE20388C733}"/>
          </ac:grpSpMkLst>
        </pc:grpChg>
      </pc:sldChg>
      <pc:sldChg chg="addSp delSp modSp mod">
        <pc:chgData name="Alejandro Arango Giraldo" userId="b1e9e691-98a7-47a3-94f5-06c4da8bed88" providerId="ADAL" clId="{31BA80A3-E324-45B1-B14F-A9613F7D5F31}" dt="2025-06-01T13:59:50.474" v="161" actId="1035"/>
        <pc:sldMkLst>
          <pc:docMk/>
          <pc:sldMk cId="16913561" sldId="266"/>
        </pc:sldMkLst>
        <pc:spChg chg="add mod">
          <ac:chgData name="Alejandro Arango Giraldo" userId="b1e9e691-98a7-47a3-94f5-06c4da8bed88" providerId="ADAL" clId="{31BA80A3-E324-45B1-B14F-A9613F7D5F31}" dt="2025-06-01T13:59:50.474" v="161" actId="1035"/>
          <ac:spMkLst>
            <pc:docMk/>
            <pc:sldMk cId="16913561" sldId="266"/>
            <ac:spMk id="13" creationId="{C566EFB8-D365-B9EE-D241-486D8B193D7A}"/>
          </ac:spMkLst>
        </pc:spChg>
      </pc:sldChg>
      <pc:sldChg chg="addSp delSp modSp mod">
        <pc:chgData name="Alejandro Arango Giraldo" userId="b1e9e691-98a7-47a3-94f5-06c4da8bed88" providerId="ADAL" clId="{31BA80A3-E324-45B1-B14F-A9613F7D5F31}" dt="2025-06-01T13:54:04.376" v="126" actId="255"/>
        <pc:sldMkLst>
          <pc:docMk/>
          <pc:sldMk cId="262458286" sldId="271"/>
        </pc:sldMkLst>
        <pc:spChg chg="mod">
          <ac:chgData name="Alejandro Arango Giraldo" userId="b1e9e691-98a7-47a3-94f5-06c4da8bed88" providerId="ADAL" clId="{31BA80A3-E324-45B1-B14F-A9613F7D5F31}" dt="2025-06-01T13:54:04.376" v="126" actId="255"/>
          <ac:spMkLst>
            <pc:docMk/>
            <pc:sldMk cId="262458286" sldId="271"/>
            <ac:spMk id="3" creationId="{067CC461-F77D-0AA0-9518-98731D0A8BCB}"/>
          </ac:spMkLst>
        </pc:spChg>
        <pc:spChg chg="mod">
          <ac:chgData name="Alejandro Arango Giraldo" userId="b1e9e691-98a7-47a3-94f5-06c4da8bed88" providerId="ADAL" clId="{31BA80A3-E324-45B1-B14F-A9613F7D5F31}" dt="2025-06-01T13:39:03.735" v="110" actId="1076"/>
          <ac:spMkLst>
            <pc:docMk/>
            <pc:sldMk cId="262458286" sldId="271"/>
            <ac:spMk id="5" creationId="{705973D9-BD1C-D61F-F687-529154193DB1}"/>
          </ac:spMkLst>
        </pc:spChg>
        <pc:spChg chg="mod">
          <ac:chgData name="Alejandro Arango Giraldo" userId="b1e9e691-98a7-47a3-94f5-06c4da8bed88" providerId="ADAL" clId="{31BA80A3-E324-45B1-B14F-A9613F7D5F31}" dt="2025-06-01T13:39:15.613" v="112" actId="1076"/>
          <ac:spMkLst>
            <pc:docMk/>
            <pc:sldMk cId="262458286" sldId="271"/>
            <ac:spMk id="8" creationId="{088F5535-5D94-066C-2FB9-C261C8A69AA5}"/>
          </ac:spMkLst>
        </pc:spChg>
      </pc:sldChg>
      <pc:sldChg chg="del">
        <pc:chgData name="Alejandro Arango Giraldo" userId="b1e9e691-98a7-47a3-94f5-06c4da8bed88" providerId="ADAL" clId="{31BA80A3-E324-45B1-B14F-A9613F7D5F31}" dt="2025-06-01T13:25:41.009" v="3" actId="2696"/>
        <pc:sldMkLst>
          <pc:docMk/>
          <pc:sldMk cId="2779451952" sldId="272"/>
        </pc:sldMkLst>
      </pc:sldChg>
      <pc:sldChg chg="del">
        <pc:chgData name="Alejandro Arango Giraldo" userId="b1e9e691-98a7-47a3-94f5-06c4da8bed88" providerId="ADAL" clId="{31BA80A3-E324-45B1-B14F-A9613F7D5F31}" dt="2025-06-01T13:25:50.952" v="4" actId="2696"/>
        <pc:sldMkLst>
          <pc:docMk/>
          <pc:sldMk cId="397907114" sldId="280"/>
        </pc:sldMkLst>
      </pc:sldChg>
      <pc:sldChg chg="addSp delSp modSp new mod">
        <pc:chgData name="Alejandro Arango Giraldo" userId="b1e9e691-98a7-47a3-94f5-06c4da8bed88" providerId="ADAL" clId="{31BA80A3-E324-45B1-B14F-A9613F7D5F31}" dt="2025-06-01T22:58:28.260" v="1105" actId="1076"/>
        <pc:sldMkLst>
          <pc:docMk/>
          <pc:sldMk cId="2462510594" sldId="280"/>
        </pc:sldMkLst>
        <pc:spChg chg="add mod">
          <ac:chgData name="Alejandro Arango Giraldo" userId="b1e9e691-98a7-47a3-94f5-06c4da8bed88" providerId="ADAL" clId="{31BA80A3-E324-45B1-B14F-A9613F7D5F31}" dt="2025-06-01T22:19:35.290" v="710" actId="1076"/>
          <ac:spMkLst>
            <pc:docMk/>
            <pc:sldMk cId="2462510594" sldId="280"/>
            <ac:spMk id="2" creationId="{6E32901F-CB61-C8B8-254D-31095A1B4791}"/>
          </ac:spMkLst>
        </pc:spChg>
        <pc:spChg chg="add mod">
          <ac:chgData name="Alejandro Arango Giraldo" userId="b1e9e691-98a7-47a3-94f5-06c4da8bed88" providerId="ADAL" clId="{31BA80A3-E324-45B1-B14F-A9613F7D5F31}" dt="2025-06-01T22:58:28.260" v="1105" actId="1076"/>
          <ac:spMkLst>
            <pc:docMk/>
            <pc:sldMk cId="2462510594" sldId="280"/>
            <ac:spMk id="4" creationId="{98CE252F-592B-67C7-F68F-F18E6244B8D5}"/>
          </ac:spMkLst>
        </pc:spChg>
        <pc:spChg chg="add mod">
          <ac:chgData name="Alejandro Arango Giraldo" userId="b1e9e691-98a7-47a3-94f5-06c4da8bed88" providerId="ADAL" clId="{31BA80A3-E324-45B1-B14F-A9613F7D5F31}" dt="2025-06-01T22:21:24.490" v="728" actId="14100"/>
          <ac:spMkLst>
            <pc:docMk/>
            <pc:sldMk cId="2462510594" sldId="280"/>
            <ac:spMk id="6" creationId="{C5AE2E79-BEA3-B8AB-DA2B-232AF671111F}"/>
          </ac:spMkLst>
        </pc:spChg>
        <pc:spChg chg="add mod">
          <ac:chgData name="Alejandro Arango Giraldo" userId="b1e9e691-98a7-47a3-94f5-06c4da8bed88" providerId="ADAL" clId="{31BA80A3-E324-45B1-B14F-A9613F7D5F31}" dt="2025-06-01T22:21:58.315" v="743" actId="1076"/>
          <ac:spMkLst>
            <pc:docMk/>
            <pc:sldMk cId="2462510594" sldId="280"/>
            <ac:spMk id="9" creationId="{7BA76D4F-60C6-19D8-E23A-0140D77B078E}"/>
          </ac:spMkLst>
        </pc:spChg>
        <pc:spChg chg="add mod">
          <ac:chgData name="Alejandro Arango Giraldo" userId="b1e9e691-98a7-47a3-94f5-06c4da8bed88" providerId="ADAL" clId="{31BA80A3-E324-45B1-B14F-A9613F7D5F31}" dt="2025-06-01T22:24:17.877" v="797" actId="20577"/>
          <ac:spMkLst>
            <pc:docMk/>
            <pc:sldMk cId="2462510594" sldId="280"/>
            <ac:spMk id="11" creationId="{CF2CE45D-036B-0F53-114E-98DFD68AB808}"/>
          </ac:spMkLst>
        </pc:spChg>
        <pc:spChg chg="add mod">
          <ac:chgData name="Alejandro Arango Giraldo" userId="b1e9e691-98a7-47a3-94f5-06c4da8bed88" providerId="ADAL" clId="{31BA80A3-E324-45B1-B14F-A9613F7D5F31}" dt="2025-06-01T22:24:50.265" v="809" actId="20577"/>
          <ac:spMkLst>
            <pc:docMk/>
            <pc:sldMk cId="2462510594" sldId="280"/>
            <ac:spMk id="13" creationId="{F344D3AD-3439-5C63-C006-62160BBB2839}"/>
          </ac:spMkLst>
        </pc:spChg>
        <pc:spChg chg="add mod">
          <ac:chgData name="Alejandro Arango Giraldo" userId="b1e9e691-98a7-47a3-94f5-06c4da8bed88" providerId="ADAL" clId="{31BA80A3-E324-45B1-B14F-A9613F7D5F31}" dt="2025-06-01T22:25:11.081" v="815" actId="20577"/>
          <ac:spMkLst>
            <pc:docMk/>
            <pc:sldMk cId="2462510594" sldId="280"/>
            <ac:spMk id="14" creationId="{5CD87D99-6C8A-E187-DEFC-052AFA79FDFD}"/>
          </ac:spMkLst>
        </pc:spChg>
        <pc:spChg chg="add mod">
          <ac:chgData name="Alejandro Arango Giraldo" userId="b1e9e691-98a7-47a3-94f5-06c4da8bed88" providerId="ADAL" clId="{31BA80A3-E324-45B1-B14F-A9613F7D5F31}" dt="2025-06-01T22:25:36.116" v="821" actId="20577"/>
          <ac:spMkLst>
            <pc:docMk/>
            <pc:sldMk cId="2462510594" sldId="280"/>
            <ac:spMk id="15" creationId="{55CC7156-AC81-0E5F-D9B3-063153ED12C1}"/>
          </ac:spMkLst>
        </pc:spChg>
        <pc:spChg chg="add mod">
          <ac:chgData name="Alejandro Arango Giraldo" userId="b1e9e691-98a7-47a3-94f5-06c4da8bed88" providerId="ADAL" clId="{31BA80A3-E324-45B1-B14F-A9613F7D5F31}" dt="2025-06-01T22:25:58.281" v="828" actId="20577"/>
          <ac:spMkLst>
            <pc:docMk/>
            <pc:sldMk cId="2462510594" sldId="280"/>
            <ac:spMk id="17" creationId="{49F5B977-C700-EF4E-C842-830EDFE37DB1}"/>
          </ac:spMkLst>
        </pc:spChg>
        <pc:spChg chg="add mod">
          <ac:chgData name="Alejandro Arango Giraldo" userId="b1e9e691-98a7-47a3-94f5-06c4da8bed88" providerId="ADAL" clId="{31BA80A3-E324-45B1-B14F-A9613F7D5F31}" dt="2025-06-01T22:26:30.024" v="838" actId="20577"/>
          <ac:spMkLst>
            <pc:docMk/>
            <pc:sldMk cId="2462510594" sldId="280"/>
            <ac:spMk id="18" creationId="{DCF2AAD9-40F8-6C3F-0CDF-B4D7104AE56D}"/>
          </ac:spMkLst>
        </pc:spChg>
        <pc:spChg chg="add mod">
          <ac:chgData name="Alejandro Arango Giraldo" userId="b1e9e691-98a7-47a3-94f5-06c4da8bed88" providerId="ADAL" clId="{31BA80A3-E324-45B1-B14F-A9613F7D5F31}" dt="2025-06-01T22:40:58.767" v="934" actId="207"/>
          <ac:spMkLst>
            <pc:docMk/>
            <pc:sldMk cId="2462510594" sldId="280"/>
            <ac:spMk id="19" creationId="{0613EDD7-4867-B87D-86E2-6E8401837287}"/>
          </ac:spMkLst>
        </pc:spChg>
        <pc:spChg chg="add mod">
          <ac:chgData name="Alejandro Arango Giraldo" userId="b1e9e691-98a7-47a3-94f5-06c4da8bed88" providerId="ADAL" clId="{31BA80A3-E324-45B1-B14F-A9613F7D5F31}" dt="2025-06-01T22:40:55.941" v="933" actId="207"/>
          <ac:spMkLst>
            <pc:docMk/>
            <pc:sldMk cId="2462510594" sldId="280"/>
            <ac:spMk id="20" creationId="{04421C26-F0A0-9A17-09F5-766B2B1C2084}"/>
          </ac:spMkLst>
        </pc:spChg>
        <pc:spChg chg="add mod">
          <ac:chgData name="Alejandro Arango Giraldo" userId="b1e9e691-98a7-47a3-94f5-06c4da8bed88" providerId="ADAL" clId="{31BA80A3-E324-45B1-B14F-A9613F7D5F31}" dt="2025-06-01T22:40:54.007" v="932" actId="207"/>
          <ac:spMkLst>
            <pc:docMk/>
            <pc:sldMk cId="2462510594" sldId="280"/>
            <ac:spMk id="21" creationId="{DC6CAA05-7EC5-AB28-0684-B4975BC92FAD}"/>
          </ac:spMkLst>
        </pc:spChg>
        <pc:spChg chg="add mod">
          <ac:chgData name="Alejandro Arango Giraldo" userId="b1e9e691-98a7-47a3-94f5-06c4da8bed88" providerId="ADAL" clId="{31BA80A3-E324-45B1-B14F-A9613F7D5F31}" dt="2025-06-01T22:40:41.383" v="929" actId="14100"/>
          <ac:spMkLst>
            <pc:docMk/>
            <pc:sldMk cId="2462510594" sldId="280"/>
            <ac:spMk id="22" creationId="{56C2CC34-DA92-4BC3-271F-A34B990E1426}"/>
          </ac:spMkLst>
        </pc:spChg>
        <pc:spChg chg="add mod">
          <ac:chgData name="Alejandro Arango Giraldo" userId="b1e9e691-98a7-47a3-94f5-06c4da8bed88" providerId="ADAL" clId="{31BA80A3-E324-45B1-B14F-A9613F7D5F31}" dt="2025-06-01T22:40:51.168" v="931" actId="207"/>
          <ac:spMkLst>
            <pc:docMk/>
            <pc:sldMk cId="2462510594" sldId="280"/>
            <ac:spMk id="23" creationId="{2D1A7E4A-6780-AAAC-8E1D-DCFEFD1EBA3D}"/>
          </ac:spMkLst>
        </pc:spChg>
        <pc:spChg chg="add mod">
          <ac:chgData name="Alejandro Arango Giraldo" userId="b1e9e691-98a7-47a3-94f5-06c4da8bed88" providerId="ADAL" clId="{31BA80A3-E324-45B1-B14F-A9613F7D5F31}" dt="2025-06-01T22:40:47.869" v="930" actId="207"/>
          <ac:spMkLst>
            <pc:docMk/>
            <pc:sldMk cId="2462510594" sldId="280"/>
            <ac:spMk id="24" creationId="{C442D6DB-4C18-F77B-B6C5-95A0E9F78880}"/>
          </ac:spMkLst>
        </pc:spChg>
        <pc:spChg chg="add mod">
          <ac:chgData name="Alejandro Arango Giraldo" userId="b1e9e691-98a7-47a3-94f5-06c4da8bed88" providerId="ADAL" clId="{31BA80A3-E324-45B1-B14F-A9613F7D5F31}" dt="2025-06-01T22:39:22.967" v="920" actId="208"/>
          <ac:spMkLst>
            <pc:docMk/>
            <pc:sldMk cId="2462510594" sldId="280"/>
            <ac:spMk id="25" creationId="{5ABE63E7-372A-7C65-1332-FF59A9C63BCC}"/>
          </ac:spMkLst>
        </pc:spChg>
        <pc:spChg chg="add mod">
          <ac:chgData name="Alejandro Arango Giraldo" userId="b1e9e691-98a7-47a3-94f5-06c4da8bed88" providerId="ADAL" clId="{31BA80A3-E324-45B1-B14F-A9613F7D5F31}" dt="2025-06-01T22:32:00.672" v="885" actId="208"/>
          <ac:spMkLst>
            <pc:docMk/>
            <pc:sldMk cId="2462510594" sldId="280"/>
            <ac:spMk id="26" creationId="{1018E633-B8AC-24D7-D592-2B3F17C3D612}"/>
          </ac:spMkLst>
        </pc:spChg>
        <pc:spChg chg="add mod">
          <ac:chgData name="Alejandro Arango Giraldo" userId="b1e9e691-98a7-47a3-94f5-06c4da8bed88" providerId="ADAL" clId="{31BA80A3-E324-45B1-B14F-A9613F7D5F31}" dt="2025-06-01T22:42:32.427" v="941" actId="14100"/>
          <ac:spMkLst>
            <pc:docMk/>
            <pc:sldMk cId="2462510594" sldId="280"/>
            <ac:spMk id="28" creationId="{B4688F03-2202-E52C-9D73-E7FECC39E076}"/>
          </ac:spMkLst>
        </pc:spChg>
        <pc:spChg chg="add mod">
          <ac:chgData name="Alejandro Arango Giraldo" userId="b1e9e691-98a7-47a3-94f5-06c4da8bed88" providerId="ADAL" clId="{31BA80A3-E324-45B1-B14F-A9613F7D5F31}" dt="2025-06-01T22:38:26.931" v="907" actId="14100"/>
          <ac:spMkLst>
            <pc:docMk/>
            <pc:sldMk cId="2462510594" sldId="280"/>
            <ac:spMk id="30" creationId="{B4B9C098-0A07-D969-A4D5-C9C7AB5D8927}"/>
          </ac:spMkLst>
        </pc:spChg>
        <pc:spChg chg="add mod">
          <ac:chgData name="Alejandro Arango Giraldo" userId="b1e9e691-98a7-47a3-94f5-06c4da8bed88" providerId="ADAL" clId="{31BA80A3-E324-45B1-B14F-A9613F7D5F31}" dt="2025-06-01T22:39:00.069" v="914" actId="1036"/>
          <ac:spMkLst>
            <pc:docMk/>
            <pc:sldMk cId="2462510594" sldId="280"/>
            <ac:spMk id="32" creationId="{3E6DC0C1-1DF1-A61B-0004-153498F26251}"/>
          </ac:spMkLst>
        </pc:spChg>
        <pc:spChg chg="add mod">
          <ac:chgData name="Alejandro Arango Giraldo" userId="b1e9e691-98a7-47a3-94f5-06c4da8bed88" providerId="ADAL" clId="{31BA80A3-E324-45B1-B14F-A9613F7D5F31}" dt="2025-06-01T22:43:13.821" v="949" actId="208"/>
          <ac:spMkLst>
            <pc:docMk/>
            <pc:sldMk cId="2462510594" sldId="280"/>
            <ac:spMk id="35" creationId="{1A370856-E64A-D281-8F57-AEE6C8CB6A20}"/>
          </ac:spMkLst>
        </pc:spChg>
        <pc:picChg chg="add mod ord modCrop">
          <ac:chgData name="Alejandro Arango Giraldo" userId="b1e9e691-98a7-47a3-94f5-06c4da8bed88" providerId="ADAL" clId="{31BA80A3-E324-45B1-B14F-A9613F7D5F31}" dt="2025-06-01T22:43:07.501" v="948" actId="167"/>
          <ac:picMkLst>
            <pc:docMk/>
            <pc:sldMk cId="2462510594" sldId="280"/>
            <ac:picMk id="3" creationId="{3C9C6F84-69F9-9A01-CB1D-5097B8058762}"/>
          </ac:picMkLst>
        </pc:picChg>
        <pc:picChg chg="add mod">
          <ac:chgData name="Alejandro Arango Giraldo" userId="b1e9e691-98a7-47a3-94f5-06c4da8bed88" providerId="ADAL" clId="{31BA80A3-E324-45B1-B14F-A9613F7D5F31}" dt="2025-06-01T14:01:05.529" v="233"/>
          <ac:picMkLst>
            <pc:docMk/>
            <pc:sldMk cId="2462510594" sldId="280"/>
            <ac:picMk id="5" creationId="{F0DAFF23-9F20-2749-AC5B-6A07B2F075AD}"/>
          </ac:picMkLst>
        </pc:picChg>
        <pc:picChg chg="add mod">
          <ac:chgData name="Alejandro Arango Giraldo" userId="b1e9e691-98a7-47a3-94f5-06c4da8bed88" providerId="ADAL" clId="{31BA80A3-E324-45B1-B14F-A9613F7D5F31}" dt="2025-06-01T22:19:41.276" v="712" actId="14100"/>
          <ac:picMkLst>
            <pc:docMk/>
            <pc:sldMk cId="2462510594" sldId="280"/>
            <ac:picMk id="7" creationId="{0FAFBBF4-E6AF-1227-BB5F-22B835761E9F}"/>
          </ac:picMkLst>
        </pc:picChg>
      </pc:sldChg>
      <pc:sldChg chg="addSp delSp modSp new mod">
        <pc:chgData name="Alejandro Arango Giraldo" userId="b1e9e691-98a7-47a3-94f5-06c4da8bed88" providerId="ADAL" clId="{31BA80A3-E324-45B1-B14F-A9613F7D5F31}" dt="2025-06-01T23:14:01.689" v="1296" actId="20577"/>
        <pc:sldMkLst>
          <pc:docMk/>
          <pc:sldMk cId="88506338" sldId="281"/>
        </pc:sldMkLst>
        <pc:spChg chg="add mod">
          <ac:chgData name="Alejandro Arango Giraldo" userId="b1e9e691-98a7-47a3-94f5-06c4da8bed88" providerId="ADAL" clId="{31BA80A3-E324-45B1-B14F-A9613F7D5F31}" dt="2025-06-01T23:14:01.689" v="1296" actId="20577"/>
          <ac:spMkLst>
            <pc:docMk/>
            <pc:sldMk cId="88506338" sldId="281"/>
            <ac:spMk id="4" creationId="{F7DCAFD3-7D44-983A-E5BB-21D727A0707D}"/>
          </ac:spMkLst>
        </pc:spChg>
        <pc:spChg chg="add mod">
          <ac:chgData name="Alejandro Arango Giraldo" userId="b1e9e691-98a7-47a3-94f5-06c4da8bed88" providerId="ADAL" clId="{31BA80A3-E324-45B1-B14F-A9613F7D5F31}" dt="2025-06-01T23:07:32.297" v="1230" actId="115"/>
          <ac:spMkLst>
            <pc:docMk/>
            <pc:sldMk cId="88506338" sldId="281"/>
            <ac:spMk id="9" creationId="{2B618F9B-554B-5261-BD68-3E6609A420AF}"/>
          </ac:spMkLst>
        </pc:spChg>
        <pc:spChg chg="add mod">
          <ac:chgData name="Alejandro Arango Giraldo" userId="b1e9e691-98a7-47a3-94f5-06c4da8bed88" providerId="ADAL" clId="{31BA80A3-E324-45B1-B14F-A9613F7D5F31}" dt="2025-06-01T23:07:29.595" v="1229" actId="115"/>
          <ac:spMkLst>
            <pc:docMk/>
            <pc:sldMk cId="88506338" sldId="281"/>
            <ac:spMk id="10" creationId="{3EFE11B9-F459-041D-8470-0528576AA7F9}"/>
          </ac:spMkLst>
        </pc:spChg>
        <pc:spChg chg="add mod">
          <ac:chgData name="Alejandro Arango Giraldo" userId="b1e9e691-98a7-47a3-94f5-06c4da8bed88" providerId="ADAL" clId="{31BA80A3-E324-45B1-B14F-A9613F7D5F31}" dt="2025-06-01T23:05:04.130" v="1188" actId="20577"/>
          <ac:spMkLst>
            <pc:docMk/>
            <pc:sldMk cId="88506338" sldId="281"/>
            <ac:spMk id="15" creationId="{D059C233-C443-DFBD-9E8A-0DCE09EFB367}"/>
          </ac:spMkLst>
        </pc:spChg>
        <pc:spChg chg="add mod">
          <ac:chgData name="Alejandro Arango Giraldo" userId="b1e9e691-98a7-47a3-94f5-06c4da8bed88" providerId="ADAL" clId="{31BA80A3-E324-45B1-B14F-A9613F7D5F31}" dt="2025-06-01T23:07:09.101" v="1226" actId="113"/>
          <ac:spMkLst>
            <pc:docMk/>
            <pc:sldMk cId="88506338" sldId="281"/>
            <ac:spMk id="16" creationId="{264B046D-FCE6-3615-8CC0-1FA2D31769B2}"/>
          </ac:spMkLst>
        </pc:spChg>
        <pc:spChg chg="add mod">
          <ac:chgData name="Alejandro Arango Giraldo" userId="b1e9e691-98a7-47a3-94f5-06c4da8bed88" providerId="ADAL" clId="{31BA80A3-E324-45B1-B14F-A9613F7D5F31}" dt="2025-06-01T23:07:16.104" v="1228" actId="14100"/>
          <ac:spMkLst>
            <pc:docMk/>
            <pc:sldMk cId="88506338" sldId="281"/>
            <ac:spMk id="17" creationId="{72B8F260-07B3-C755-1447-72163050EE40}"/>
          </ac:spMkLst>
        </pc:spChg>
        <pc:grpChg chg="add mod">
          <ac:chgData name="Alejandro Arango Giraldo" userId="b1e9e691-98a7-47a3-94f5-06c4da8bed88" providerId="ADAL" clId="{31BA80A3-E324-45B1-B14F-A9613F7D5F31}" dt="2025-06-01T22:57:38.170" v="1095" actId="1076"/>
          <ac:grpSpMkLst>
            <pc:docMk/>
            <pc:sldMk cId="88506338" sldId="281"/>
            <ac:grpSpMk id="8" creationId="{20D2D8DF-706C-7D7F-7F95-42951C729744}"/>
          </ac:grpSpMkLst>
        </pc:grpChg>
        <pc:grpChg chg="add mod">
          <ac:chgData name="Alejandro Arango Giraldo" userId="b1e9e691-98a7-47a3-94f5-06c4da8bed88" providerId="ADAL" clId="{31BA80A3-E324-45B1-B14F-A9613F7D5F31}" dt="2025-06-01T22:58:10.249" v="1103" actId="14100"/>
          <ac:grpSpMkLst>
            <pc:docMk/>
            <pc:sldMk cId="88506338" sldId="281"/>
            <ac:grpSpMk id="13" creationId="{6ED6D263-5460-CFAD-D069-CFF990060B76}"/>
          </ac:grpSpMkLst>
        </pc:grpChg>
        <pc:picChg chg="add mod">
          <ac:chgData name="Alejandro Arango Giraldo" userId="b1e9e691-98a7-47a3-94f5-06c4da8bed88" providerId="ADAL" clId="{31BA80A3-E324-45B1-B14F-A9613F7D5F31}" dt="2025-06-01T22:54:43.873" v="1049" actId="164"/>
          <ac:picMkLst>
            <pc:docMk/>
            <pc:sldMk cId="88506338" sldId="281"/>
            <ac:picMk id="5" creationId="{193111B6-56D2-801D-6163-CF2D7EB87CB9}"/>
          </ac:picMkLst>
        </pc:picChg>
        <pc:picChg chg="add mod">
          <ac:chgData name="Alejandro Arango Giraldo" userId="b1e9e691-98a7-47a3-94f5-06c4da8bed88" providerId="ADAL" clId="{31BA80A3-E324-45B1-B14F-A9613F7D5F31}" dt="2025-06-01T22:54:43.873" v="1049" actId="164"/>
          <ac:picMkLst>
            <pc:docMk/>
            <pc:sldMk cId="88506338" sldId="281"/>
            <ac:picMk id="6" creationId="{B759C766-1EC0-CF8F-3F23-27CDD965DA8A}"/>
          </ac:picMkLst>
        </pc:picChg>
        <pc:picChg chg="add mod">
          <ac:chgData name="Alejandro Arango Giraldo" userId="b1e9e691-98a7-47a3-94f5-06c4da8bed88" providerId="ADAL" clId="{31BA80A3-E324-45B1-B14F-A9613F7D5F31}" dt="2025-06-01T22:54:43.873" v="1049" actId="164"/>
          <ac:picMkLst>
            <pc:docMk/>
            <pc:sldMk cId="88506338" sldId="281"/>
            <ac:picMk id="7" creationId="{8D25C048-B2CC-1B84-4AE6-AE911C80BF67}"/>
          </ac:picMkLst>
        </pc:picChg>
        <pc:picChg chg="add mod">
          <ac:chgData name="Alejandro Arango Giraldo" userId="b1e9e691-98a7-47a3-94f5-06c4da8bed88" providerId="ADAL" clId="{31BA80A3-E324-45B1-B14F-A9613F7D5F31}" dt="2025-06-01T22:57:55.420" v="1099" actId="164"/>
          <ac:picMkLst>
            <pc:docMk/>
            <pc:sldMk cId="88506338" sldId="281"/>
            <ac:picMk id="11" creationId="{3C9764FA-34CD-7C9B-7951-2442D5E5E909}"/>
          </ac:picMkLst>
        </pc:picChg>
        <pc:picChg chg="add mod">
          <ac:chgData name="Alejandro Arango Giraldo" userId="b1e9e691-98a7-47a3-94f5-06c4da8bed88" providerId="ADAL" clId="{31BA80A3-E324-45B1-B14F-A9613F7D5F31}" dt="2025-06-01T22:57:55.420" v="1099" actId="164"/>
          <ac:picMkLst>
            <pc:docMk/>
            <pc:sldMk cId="88506338" sldId="281"/>
            <ac:picMk id="12" creationId="{8E87F8B9-7501-1143-6D4C-5F4D0A7A176A}"/>
          </ac:picMkLst>
        </pc:picChg>
        <pc:picChg chg="add mod">
          <ac:chgData name="Alejandro Arango Giraldo" userId="b1e9e691-98a7-47a3-94f5-06c4da8bed88" providerId="ADAL" clId="{31BA80A3-E324-45B1-B14F-A9613F7D5F31}" dt="2025-06-01T22:58:19.260" v="1104"/>
          <ac:picMkLst>
            <pc:docMk/>
            <pc:sldMk cId="88506338" sldId="281"/>
            <ac:picMk id="14" creationId="{5241D3D3-418D-32D8-064B-67AB44B8B177}"/>
          </ac:picMkLst>
        </pc:picChg>
      </pc:sldChg>
      <pc:sldChg chg="del">
        <pc:chgData name="Alejandro Arango Giraldo" userId="b1e9e691-98a7-47a3-94f5-06c4da8bed88" providerId="ADAL" clId="{31BA80A3-E324-45B1-B14F-A9613F7D5F31}" dt="2025-06-01T13:25:54.860" v="5" actId="2696"/>
        <pc:sldMkLst>
          <pc:docMk/>
          <pc:sldMk cId="2897805729" sldId="281"/>
        </pc:sldMkLst>
      </pc:sldChg>
      <pc:sldChg chg="del">
        <pc:chgData name="Alejandro Arango Giraldo" userId="b1e9e691-98a7-47a3-94f5-06c4da8bed88" providerId="ADAL" clId="{31BA80A3-E324-45B1-B14F-A9613F7D5F31}" dt="2025-06-01T13:29:02.363" v="105" actId="2696"/>
        <pc:sldMkLst>
          <pc:docMk/>
          <pc:sldMk cId="2968881703" sldId="282"/>
        </pc:sldMkLst>
      </pc:sldChg>
      <pc:sldChg chg="addSp delSp modSp new mod">
        <pc:chgData name="Alejandro Arango Giraldo" userId="b1e9e691-98a7-47a3-94f5-06c4da8bed88" providerId="ADAL" clId="{31BA80A3-E324-45B1-B14F-A9613F7D5F31}" dt="2025-06-01T23:13:13.686" v="1275" actId="14100"/>
        <pc:sldMkLst>
          <pc:docMk/>
          <pc:sldMk cId="3695274633" sldId="282"/>
        </pc:sldMkLst>
        <pc:picChg chg="add mod">
          <ac:chgData name="Alejandro Arango Giraldo" userId="b1e9e691-98a7-47a3-94f5-06c4da8bed88" providerId="ADAL" clId="{31BA80A3-E324-45B1-B14F-A9613F7D5F31}" dt="2025-06-01T23:10:45.379" v="1234"/>
          <ac:picMkLst>
            <pc:docMk/>
            <pc:sldMk cId="3695274633" sldId="282"/>
            <ac:picMk id="4" creationId="{2F1C4D80-8640-ADE8-CEAD-1F316659A08E}"/>
          </ac:picMkLst>
        </pc:picChg>
        <pc:picChg chg="add mod">
          <ac:chgData name="Alejandro Arango Giraldo" userId="b1e9e691-98a7-47a3-94f5-06c4da8bed88" providerId="ADAL" clId="{31BA80A3-E324-45B1-B14F-A9613F7D5F31}" dt="2025-06-01T23:13:13.686" v="1275" actId="14100"/>
          <ac:picMkLst>
            <pc:docMk/>
            <pc:sldMk cId="3695274633" sldId="282"/>
            <ac:picMk id="6" creationId="{9F0743A9-9D7D-19E3-292B-960724B31F83}"/>
          </ac:picMkLst>
        </pc:picChg>
      </pc:sldChg>
      <pc:sldChg chg="addSp delSp modSp new mod">
        <pc:chgData name="Alejandro Arango Giraldo" userId="b1e9e691-98a7-47a3-94f5-06c4da8bed88" providerId="ADAL" clId="{31BA80A3-E324-45B1-B14F-A9613F7D5F31}" dt="2025-06-02T01:43:39.987" v="1441" actId="14100"/>
        <pc:sldMkLst>
          <pc:docMk/>
          <pc:sldMk cId="2566699588" sldId="283"/>
        </pc:sldMkLst>
        <pc:spChg chg="add del mod">
          <ac:chgData name="Alejandro Arango Giraldo" userId="b1e9e691-98a7-47a3-94f5-06c4da8bed88" providerId="ADAL" clId="{31BA80A3-E324-45B1-B14F-A9613F7D5F31}" dt="2025-06-02T00:26:53.297" v="1317" actId="478"/>
          <ac:spMkLst>
            <pc:docMk/>
            <pc:sldMk cId="2566699588" sldId="283"/>
            <ac:spMk id="6" creationId="{6F86B0CB-FF8C-5FE5-1121-36449736D9E3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9" creationId="{CD5A9CBA-DF7E-1862-2282-979E56BFA9CC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12" creationId="{B5ACAD14-6DFA-5EF0-B9D7-207BEE814F2F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14" creationId="{70A40B89-85B6-B170-7A74-9661FD396F69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15" creationId="{1D41FCDC-5AF8-6920-A7BA-E3D65FE6D9F1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28" creationId="{8C16962E-82C7-516D-E273-342E75B2789F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46" creationId="{BBB02D0E-12BF-2A71-5DB1-C401D916C237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53" creationId="{A386D48D-45A2-723D-137B-13EAD0A2B865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57" creationId="{CC86374A-DC58-08D9-167A-3C0D7BC75806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58" creationId="{420379E8-1E82-C9D4-4B45-013894A98DE1}"/>
          </ac:spMkLst>
        </pc:spChg>
        <pc:spChg chg="mod">
          <ac:chgData name="Alejandro Arango Giraldo" userId="b1e9e691-98a7-47a3-94f5-06c4da8bed88" providerId="ADAL" clId="{31BA80A3-E324-45B1-B14F-A9613F7D5F31}" dt="2025-06-02T00:27:36.936" v="1335" actId="14100"/>
          <ac:spMkLst>
            <pc:docMk/>
            <pc:sldMk cId="2566699588" sldId="283"/>
            <ac:spMk id="65" creationId="{9CE317D5-EFA7-75D6-776C-7DF61B8D2A3B}"/>
          </ac:spMkLst>
        </pc:spChg>
        <pc:spChg chg="add del mod">
          <ac:chgData name="Alejandro Arango Giraldo" userId="b1e9e691-98a7-47a3-94f5-06c4da8bed88" providerId="ADAL" clId="{31BA80A3-E324-45B1-B14F-A9613F7D5F31}" dt="2025-06-02T00:28:18.007" v="1342" actId="478"/>
          <ac:spMkLst>
            <pc:docMk/>
            <pc:sldMk cId="2566699588" sldId="283"/>
            <ac:spMk id="67" creationId="{32CB7FF5-CF8B-5304-21BF-5625A3BE768F}"/>
          </ac:spMkLst>
        </pc:spChg>
        <pc:spChg chg="add del mod">
          <ac:chgData name="Alejandro Arango Giraldo" userId="b1e9e691-98a7-47a3-94f5-06c4da8bed88" providerId="ADAL" clId="{31BA80A3-E324-45B1-B14F-A9613F7D5F31}" dt="2025-06-02T00:28:24.306" v="1343" actId="478"/>
          <ac:spMkLst>
            <pc:docMk/>
            <pc:sldMk cId="2566699588" sldId="283"/>
            <ac:spMk id="70" creationId="{B530F702-A251-E5B8-C2FB-D17191D66CB2}"/>
          </ac:spMkLst>
        </pc:spChg>
        <pc:spChg chg="add mod">
          <ac:chgData name="Alejandro Arango Giraldo" userId="b1e9e691-98a7-47a3-94f5-06c4da8bed88" providerId="ADAL" clId="{31BA80A3-E324-45B1-B14F-A9613F7D5F31}" dt="2025-06-02T00:35:45.977" v="1356" actId="1076"/>
          <ac:spMkLst>
            <pc:docMk/>
            <pc:sldMk cId="2566699588" sldId="283"/>
            <ac:spMk id="71" creationId="{2D8FF024-0C8F-7B21-CDA3-28C641471FB7}"/>
          </ac:spMkLst>
        </pc:spChg>
        <pc:spChg chg="add mod">
          <ac:chgData name="Alejandro Arango Giraldo" userId="b1e9e691-98a7-47a3-94f5-06c4da8bed88" providerId="ADAL" clId="{31BA80A3-E324-45B1-B14F-A9613F7D5F31}" dt="2025-06-02T00:36:56.296" v="1417" actId="20577"/>
          <ac:spMkLst>
            <pc:docMk/>
            <pc:sldMk cId="2566699588" sldId="283"/>
            <ac:spMk id="72" creationId="{A99FA7BE-0801-DD3C-EF37-2D04E0267421}"/>
          </ac:spMkLst>
        </pc:spChg>
        <pc:spChg chg="add mod">
          <ac:chgData name="Alejandro Arango Giraldo" userId="b1e9e691-98a7-47a3-94f5-06c4da8bed88" providerId="ADAL" clId="{31BA80A3-E324-45B1-B14F-A9613F7D5F31}" dt="2025-06-02T00:36:41.881" v="1402" actId="1076"/>
          <ac:spMkLst>
            <pc:docMk/>
            <pc:sldMk cId="2566699588" sldId="283"/>
            <ac:spMk id="73" creationId="{B6662A01-06BF-F868-CAB8-C57D0DBF3548}"/>
          </ac:spMkLst>
        </pc:spChg>
        <pc:spChg chg="add mod">
          <ac:chgData name="Alejandro Arango Giraldo" userId="b1e9e691-98a7-47a3-94f5-06c4da8bed88" providerId="ADAL" clId="{31BA80A3-E324-45B1-B14F-A9613F7D5F31}" dt="2025-06-02T00:36:59.092" v="1418" actId="20577"/>
          <ac:spMkLst>
            <pc:docMk/>
            <pc:sldMk cId="2566699588" sldId="283"/>
            <ac:spMk id="74" creationId="{2B8EDA85-7FC3-DD4F-011A-7FE5434FEFC7}"/>
          </ac:spMkLst>
        </pc:spChg>
        <pc:spChg chg="add mod">
          <ac:chgData name="Alejandro Arango Giraldo" userId="b1e9e691-98a7-47a3-94f5-06c4da8bed88" providerId="ADAL" clId="{31BA80A3-E324-45B1-B14F-A9613F7D5F31}" dt="2025-06-02T00:37:05.986" v="1425" actId="20577"/>
          <ac:spMkLst>
            <pc:docMk/>
            <pc:sldMk cId="2566699588" sldId="283"/>
            <ac:spMk id="75" creationId="{95F27269-9641-D2F1-9263-3E0C01FBAA5E}"/>
          </ac:spMkLst>
        </pc:spChg>
        <pc:grpChg chg="del">
          <ac:chgData name="Alejandro Arango Giraldo" userId="b1e9e691-98a7-47a3-94f5-06c4da8bed88" providerId="ADAL" clId="{31BA80A3-E324-45B1-B14F-A9613F7D5F31}" dt="2025-06-02T00:28:01.851" v="1336" actId="478"/>
          <ac:grpSpMkLst>
            <pc:docMk/>
            <pc:sldMk cId="2566699588" sldId="283"/>
            <ac:grpSpMk id="7" creationId="{4DCAC8E2-9BF7-B40B-E04B-93469FCD7157}"/>
          </ac:grpSpMkLst>
        </pc:grpChg>
        <pc:picChg chg="add del mod modCrop">
          <ac:chgData name="Alejandro Arango Giraldo" userId="b1e9e691-98a7-47a3-94f5-06c4da8bed88" providerId="ADAL" clId="{31BA80A3-E324-45B1-B14F-A9613F7D5F31}" dt="2025-06-02T00:26:55.077" v="1318" actId="478"/>
          <ac:picMkLst>
            <pc:docMk/>
            <pc:sldMk cId="2566699588" sldId="283"/>
            <ac:picMk id="4" creationId="{8C5F2747-7238-EB9F-27B2-F249958D7482}"/>
          </ac:picMkLst>
        </pc:picChg>
        <pc:picChg chg="add mod">
          <ac:chgData name="Alejandro Arango Giraldo" userId="b1e9e691-98a7-47a3-94f5-06c4da8bed88" providerId="ADAL" clId="{31BA80A3-E324-45B1-B14F-A9613F7D5F31}" dt="2025-06-02T00:27:09.437" v="1321"/>
          <ac:picMkLst>
            <pc:docMk/>
            <pc:sldMk cId="2566699588" sldId="283"/>
            <ac:picMk id="66" creationId="{E607BA1A-242C-4F27-84B4-F33D9C55E4D8}"/>
          </ac:picMkLst>
        </pc:picChg>
        <pc:picChg chg="add del mod">
          <ac:chgData name="Alejandro Arango Giraldo" userId="b1e9e691-98a7-47a3-94f5-06c4da8bed88" providerId="ADAL" clId="{31BA80A3-E324-45B1-B14F-A9613F7D5F31}" dt="2025-06-02T01:42:49.638" v="1436" actId="478"/>
          <ac:picMkLst>
            <pc:docMk/>
            <pc:sldMk cId="2566699588" sldId="283"/>
            <ac:picMk id="68" creationId="{B3EB8019-9DE9-1ECD-DBE2-C24A24B4A13C}"/>
          </ac:picMkLst>
        </pc:picChg>
        <pc:picChg chg="add mod">
          <ac:chgData name="Alejandro Arango Giraldo" userId="b1e9e691-98a7-47a3-94f5-06c4da8bed88" providerId="ADAL" clId="{31BA80A3-E324-45B1-B14F-A9613F7D5F31}" dt="2025-06-02T01:43:39.987" v="1441" actId="14100"/>
          <ac:picMkLst>
            <pc:docMk/>
            <pc:sldMk cId="2566699588" sldId="283"/>
            <ac:picMk id="76" creationId="{A2997FF8-3F98-FC48-00EA-6E01047C87A3}"/>
          </ac:picMkLst>
        </pc:picChg>
      </pc:sldChg>
      <pc:sldChg chg="add del ord">
        <pc:chgData name="Alejandro Arango Giraldo" userId="b1e9e691-98a7-47a3-94f5-06c4da8bed88" providerId="ADAL" clId="{31BA80A3-E324-45B1-B14F-A9613F7D5F31}" dt="2025-06-01T13:38:09.199" v="106" actId="2696"/>
        <pc:sldMkLst>
          <pc:docMk/>
          <pc:sldMk cId="4084846986" sldId="283"/>
        </pc:sldMkLst>
      </pc:sldChg>
      <pc:sldChg chg="addSp delSp modSp new del mod">
        <pc:chgData name="Alejandro Arango Giraldo" userId="b1e9e691-98a7-47a3-94f5-06c4da8bed88" providerId="ADAL" clId="{31BA80A3-E324-45B1-B14F-A9613F7D5F31}" dt="2025-06-01T23:13:40.731" v="1283" actId="2696"/>
        <pc:sldMkLst>
          <pc:docMk/>
          <pc:sldMk cId="4154784470" sldId="283"/>
        </pc:sldMkLst>
      </pc:sldChg>
      <pc:sldChg chg="addSp delSp modSp new mod">
        <pc:chgData name="Alejandro Arango Giraldo" userId="b1e9e691-98a7-47a3-94f5-06c4da8bed88" providerId="ADAL" clId="{31BA80A3-E324-45B1-B14F-A9613F7D5F31}" dt="2025-06-02T02:12:30.163" v="1474" actId="20577"/>
        <pc:sldMkLst>
          <pc:docMk/>
          <pc:sldMk cId="1945841818" sldId="284"/>
        </pc:sldMkLst>
        <pc:spChg chg="del">
          <ac:chgData name="Alejandro Arango Giraldo" userId="b1e9e691-98a7-47a3-94f5-06c4da8bed88" providerId="ADAL" clId="{31BA80A3-E324-45B1-B14F-A9613F7D5F31}" dt="2025-06-02T00:38:30.236" v="1427" actId="478"/>
          <ac:spMkLst>
            <pc:docMk/>
            <pc:sldMk cId="1945841818" sldId="284"/>
            <ac:spMk id="2" creationId="{253F3045-6B7C-2697-D91C-B36889B34FD4}"/>
          </ac:spMkLst>
        </pc:spChg>
        <pc:spChg chg="del">
          <ac:chgData name="Alejandro Arango Giraldo" userId="b1e9e691-98a7-47a3-94f5-06c4da8bed88" providerId="ADAL" clId="{31BA80A3-E324-45B1-B14F-A9613F7D5F31}" dt="2025-06-02T00:38:33.236" v="1428" actId="478"/>
          <ac:spMkLst>
            <pc:docMk/>
            <pc:sldMk cId="1945841818" sldId="284"/>
            <ac:spMk id="3" creationId="{9941E094-A7F7-6C81-CF74-AFD546C49259}"/>
          </ac:spMkLst>
        </pc:spChg>
        <pc:spChg chg="add mod">
          <ac:chgData name="Alejandro Arango Giraldo" userId="b1e9e691-98a7-47a3-94f5-06c4da8bed88" providerId="ADAL" clId="{31BA80A3-E324-45B1-B14F-A9613F7D5F31}" dt="2025-06-02T02:11:52.917" v="1445" actId="1076"/>
          <ac:spMkLst>
            <pc:docMk/>
            <pc:sldMk cId="1945841818" sldId="284"/>
            <ac:spMk id="4" creationId="{75904DB9-6A9C-0D96-AA4D-633CC7964033}"/>
          </ac:spMkLst>
        </pc:spChg>
        <pc:spChg chg="add mod">
          <ac:chgData name="Alejandro Arango Giraldo" userId="b1e9e691-98a7-47a3-94f5-06c4da8bed88" providerId="ADAL" clId="{31BA80A3-E324-45B1-B14F-A9613F7D5F31}" dt="2025-06-02T02:12:19.002" v="1464" actId="1076"/>
          <ac:spMkLst>
            <pc:docMk/>
            <pc:sldMk cId="1945841818" sldId="284"/>
            <ac:spMk id="7" creationId="{D36636CF-2EEB-7A4E-7B28-0E05A0A0993D}"/>
          </ac:spMkLst>
        </pc:spChg>
        <pc:spChg chg="add mod">
          <ac:chgData name="Alejandro Arango Giraldo" userId="b1e9e691-98a7-47a3-94f5-06c4da8bed88" providerId="ADAL" clId="{31BA80A3-E324-45B1-B14F-A9613F7D5F31}" dt="2025-06-02T02:12:30.163" v="1474" actId="20577"/>
          <ac:spMkLst>
            <pc:docMk/>
            <pc:sldMk cId="1945841818" sldId="284"/>
            <ac:spMk id="8" creationId="{B7107C08-1A22-9004-3AB7-783D339D96EF}"/>
          </ac:spMkLst>
        </pc:spChg>
        <pc:picChg chg="add mod">
          <ac:chgData name="Alejandro Arango Giraldo" userId="b1e9e691-98a7-47a3-94f5-06c4da8bed88" providerId="ADAL" clId="{31BA80A3-E324-45B1-B14F-A9613F7D5F31}" dt="2025-06-02T00:38:50.443" v="1435"/>
          <ac:picMkLst>
            <pc:docMk/>
            <pc:sldMk cId="1945841818" sldId="284"/>
            <ac:picMk id="5" creationId="{7F663A1D-3BDB-EC54-8676-66725BFD9B84}"/>
          </ac:picMkLst>
        </pc:picChg>
        <pc:picChg chg="add mod">
          <ac:chgData name="Alejandro Arango Giraldo" userId="b1e9e691-98a7-47a3-94f5-06c4da8bed88" providerId="ADAL" clId="{31BA80A3-E324-45B1-B14F-A9613F7D5F31}" dt="2025-06-02T02:11:59.004" v="1449" actId="1076"/>
          <ac:picMkLst>
            <pc:docMk/>
            <pc:sldMk cId="1945841818" sldId="284"/>
            <ac:picMk id="6" creationId="{89C1010D-E5D8-7289-3F22-36B5E0EFFFB0}"/>
          </ac:picMkLst>
        </pc:picChg>
      </pc:sldChg>
      <pc:sldChg chg="addSp delSp modSp new mod">
        <pc:chgData name="Alejandro Arango Giraldo" userId="b1e9e691-98a7-47a3-94f5-06c4da8bed88" providerId="ADAL" clId="{31BA80A3-E324-45B1-B14F-A9613F7D5F31}" dt="2025-06-02T02:20:45.576" v="1753" actId="20577"/>
        <pc:sldMkLst>
          <pc:docMk/>
          <pc:sldMk cId="3518311586" sldId="285"/>
        </pc:sldMkLst>
        <pc:spChg chg="del">
          <ac:chgData name="Alejandro Arango Giraldo" userId="b1e9e691-98a7-47a3-94f5-06c4da8bed88" providerId="ADAL" clId="{31BA80A3-E324-45B1-B14F-A9613F7D5F31}" dt="2025-06-02T02:12:43.466" v="1477" actId="478"/>
          <ac:spMkLst>
            <pc:docMk/>
            <pc:sldMk cId="3518311586" sldId="285"/>
            <ac:spMk id="2" creationId="{A15B0450-E74B-736F-41D6-6EA58BCA2EC6}"/>
          </ac:spMkLst>
        </pc:spChg>
        <pc:spChg chg="del">
          <ac:chgData name="Alejandro Arango Giraldo" userId="b1e9e691-98a7-47a3-94f5-06c4da8bed88" providerId="ADAL" clId="{31BA80A3-E324-45B1-B14F-A9613F7D5F31}" dt="2025-06-02T02:12:41.408" v="1476" actId="478"/>
          <ac:spMkLst>
            <pc:docMk/>
            <pc:sldMk cId="3518311586" sldId="285"/>
            <ac:spMk id="3" creationId="{6FD51715-4C28-B070-8B0B-84649CB22E20}"/>
          </ac:spMkLst>
        </pc:spChg>
        <pc:spChg chg="add mod">
          <ac:chgData name="Alejandro Arango Giraldo" userId="b1e9e691-98a7-47a3-94f5-06c4da8bed88" providerId="ADAL" clId="{31BA80A3-E324-45B1-B14F-A9613F7D5F31}" dt="2025-06-02T02:13:04.786" v="1513" actId="20577"/>
          <ac:spMkLst>
            <pc:docMk/>
            <pc:sldMk cId="3518311586" sldId="285"/>
            <ac:spMk id="4" creationId="{78E41C1A-D16E-785E-48CA-9D816BAA1AC0}"/>
          </ac:spMkLst>
        </pc:spChg>
        <pc:spChg chg="add mod">
          <ac:chgData name="Alejandro Arango Giraldo" userId="b1e9e691-98a7-47a3-94f5-06c4da8bed88" providerId="ADAL" clId="{31BA80A3-E324-45B1-B14F-A9613F7D5F31}" dt="2025-06-02T02:16:08.476" v="1551" actId="113"/>
          <ac:spMkLst>
            <pc:docMk/>
            <pc:sldMk cId="3518311586" sldId="285"/>
            <ac:spMk id="9" creationId="{D707DA31-6276-148F-3F49-C3277780B206}"/>
          </ac:spMkLst>
        </pc:spChg>
        <pc:spChg chg="add mod">
          <ac:chgData name="Alejandro Arango Giraldo" userId="b1e9e691-98a7-47a3-94f5-06c4da8bed88" providerId="ADAL" clId="{31BA80A3-E324-45B1-B14F-A9613F7D5F31}" dt="2025-06-02T02:16:10.946" v="1552" actId="113"/>
          <ac:spMkLst>
            <pc:docMk/>
            <pc:sldMk cId="3518311586" sldId="285"/>
            <ac:spMk id="10" creationId="{08455177-6472-198B-3DE4-A138485F8317}"/>
          </ac:spMkLst>
        </pc:spChg>
        <pc:spChg chg="add mod">
          <ac:chgData name="Alejandro Arango Giraldo" userId="b1e9e691-98a7-47a3-94f5-06c4da8bed88" providerId="ADAL" clId="{31BA80A3-E324-45B1-B14F-A9613F7D5F31}" dt="2025-06-02T02:18:59.469" v="1651" actId="14100"/>
          <ac:spMkLst>
            <pc:docMk/>
            <pc:sldMk cId="3518311586" sldId="285"/>
            <ac:spMk id="13" creationId="{96FB04DE-6171-0107-F9CB-3927E5DF3D55}"/>
          </ac:spMkLst>
        </pc:spChg>
        <pc:spChg chg="add mod">
          <ac:chgData name="Alejandro Arango Giraldo" userId="b1e9e691-98a7-47a3-94f5-06c4da8bed88" providerId="ADAL" clId="{31BA80A3-E324-45B1-B14F-A9613F7D5F31}" dt="2025-06-02T02:19:42.270" v="1709" actId="1076"/>
          <ac:spMkLst>
            <pc:docMk/>
            <pc:sldMk cId="3518311586" sldId="285"/>
            <ac:spMk id="14" creationId="{79E07666-A965-8659-827F-418095E43DE9}"/>
          </ac:spMkLst>
        </pc:spChg>
        <pc:spChg chg="add mod">
          <ac:chgData name="Alejandro Arango Giraldo" userId="b1e9e691-98a7-47a3-94f5-06c4da8bed88" providerId="ADAL" clId="{31BA80A3-E324-45B1-B14F-A9613F7D5F31}" dt="2025-06-02T02:19:35.766" v="1706" actId="164"/>
          <ac:spMkLst>
            <pc:docMk/>
            <pc:sldMk cId="3518311586" sldId="285"/>
            <ac:spMk id="15" creationId="{B6348527-E6F3-E478-B83B-457DFDEA5245}"/>
          </ac:spMkLst>
        </pc:spChg>
        <pc:spChg chg="add mod">
          <ac:chgData name="Alejandro Arango Giraldo" userId="b1e9e691-98a7-47a3-94f5-06c4da8bed88" providerId="ADAL" clId="{31BA80A3-E324-45B1-B14F-A9613F7D5F31}" dt="2025-06-02T02:19:35.766" v="1706" actId="164"/>
          <ac:spMkLst>
            <pc:docMk/>
            <pc:sldMk cId="3518311586" sldId="285"/>
            <ac:spMk id="16" creationId="{D6E7E78C-0B49-ADEB-DF9E-E9C30AB47E5E}"/>
          </ac:spMkLst>
        </pc:spChg>
        <pc:spChg chg="mod">
          <ac:chgData name="Alejandro Arango Giraldo" userId="b1e9e691-98a7-47a3-94f5-06c4da8bed88" providerId="ADAL" clId="{31BA80A3-E324-45B1-B14F-A9613F7D5F31}" dt="2025-06-02T02:20:32.126" v="1745" actId="20577"/>
          <ac:spMkLst>
            <pc:docMk/>
            <pc:sldMk cId="3518311586" sldId="285"/>
            <ac:spMk id="19" creationId="{7479B05D-3E00-09CB-A081-6F8939038E24}"/>
          </ac:spMkLst>
        </pc:spChg>
        <pc:spChg chg="mod">
          <ac:chgData name="Alejandro Arango Giraldo" userId="b1e9e691-98a7-47a3-94f5-06c4da8bed88" providerId="ADAL" clId="{31BA80A3-E324-45B1-B14F-A9613F7D5F31}" dt="2025-06-02T02:20:45.576" v="1753" actId="20577"/>
          <ac:spMkLst>
            <pc:docMk/>
            <pc:sldMk cId="3518311586" sldId="285"/>
            <ac:spMk id="20" creationId="{EA8F0820-1C49-EA6C-F5DA-C76F14609396}"/>
          </ac:spMkLst>
        </pc:spChg>
        <pc:grpChg chg="add mod">
          <ac:chgData name="Alejandro Arango Giraldo" userId="b1e9e691-98a7-47a3-94f5-06c4da8bed88" providerId="ADAL" clId="{31BA80A3-E324-45B1-B14F-A9613F7D5F31}" dt="2025-06-02T02:15:22.813" v="1527" actId="1076"/>
          <ac:grpSpMkLst>
            <pc:docMk/>
            <pc:sldMk cId="3518311586" sldId="285"/>
            <ac:grpSpMk id="8" creationId="{6A90D91C-78F6-F8EA-BD12-8A3B54BE22BA}"/>
          </ac:grpSpMkLst>
        </pc:grpChg>
        <pc:grpChg chg="add mod">
          <ac:chgData name="Alejandro Arango Giraldo" userId="b1e9e691-98a7-47a3-94f5-06c4da8bed88" providerId="ADAL" clId="{31BA80A3-E324-45B1-B14F-A9613F7D5F31}" dt="2025-06-02T02:19:35.766" v="1706" actId="164"/>
          <ac:grpSpMkLst>
            <pc:docMk/>
            <pc:sldMk cId="3518311586" sldId="285"/>
            <ac:grpSpMk id="17" creationId="{0647FCE3-C677-48DF-7C59-911E524DFB49}"/>
          </ac:grpSpMkLst>
        </pc:grpChg>
        <pc:grpChg chg="add mod">
          <ac:chgData name="Alejandro Arango Giraldo" userId="b1e9e691-98a7-47a3-94f5-06c4da8bed88" providerId="ADAL" clId="{31BA80A3-E324-45B1-B14F-A9613F7D5F31}" dt="2025-06-02T02:19:47.556" v="1710" actId="1076"/>
          <ac:grpSpMkLst>
            <pc:docMk/>
            <pc:sldMk cId="3518311586" sldId="285"/>
            <ac:grpSpMk id="18" creationId="{4CBF3DDA-B03A-8540-A9E6-F2EA098B4956}"/>
          </ac:grpSpMkLst>
        </pc:grpChg>
        <pc:picChg chg="add mod modCrop">
          <ac:chgData name="Alejandro Arango Giraldo" userId="b1e9e691-98a7-47a3-94f5-06c4da8bed88" providerId="ADAL" clId="{31BA80A3-E324-45B1-B14F-A9613F7D5F31}" dt="2025-06-02T02:15:16.102" v="1526" actId="164"/>
          <ac:picMkLst>
            <pc:docMk/>
            <pc:sldMk cId="3518311586" sldId="285"/>
            <ac:picMk id="5" creationId="{17607876-45C2-6077-2A10-8E31A08B2DB5}"/>
          </ac:picMkLst>
        </pc:picChg>
        <pc:picChg chg="add mod">
          <ac:chgData name="Alejandro Arango Giraldo" userId="b1e9e691-98a7-47a3-94f5-06c4da8bed88" providerId="ADAL" clId="{31BA80A3-E324-45B1-B14F-A9613F7D5F31}" dt="2025-06-02T02:15:16.102" v="1526" actId="164"/>
          <ac:picMkLst>
            <pc:docMk/>
            <pc:sldMk cId="3518311586" sldId="285"/>
            <ac:picMk id="6" creationId="{DB7CEE84-DD4F-E8C5-693E-3D9C566D5025}"/>
          </ac:picMkLst>
        </pc:picChg>
        <pc:picChg chg="add mod">
          <ac:chgData name="Alejandro Arango Giraldo" userId="b1e9e691-98a7-47a3-94f5-06c4da8bed88" providerId="ADAL" clId="{31BA80A3-E324-45B1-B14F-A9613F7D5F31}" dt="2025-06-02T02:14:59.212" v="1525"/>
          <ac:picMkLst>
            <pc:docMk/>
            <pc:sldMk cId="3518311586" sldId="285"/>
            <ac:picMk id="7" creationId="{55EB2629-16A4-DD04-74FC-5FDA7192A599}"/>
          </ac:picMkLst>
        </pc:picChg>
        <pc:picChg chg="add del mod">
          <ac:chgData name="Alejandro Arango Giraldo" userId="b1e9e691-98a7-47a3-94f5-06c4da8bed88" providerId="ADAL" clId="{31BA80A3-E324-45B1-B14F-A9613F7D5F31}" dt="2025-06-02T02:16:46.960" v="1559" actId="478"/>
          <ac:picMkLst>
            <pc:docMk/>
            <pc:sldMk cId="3518311586" sldId="285"/>
            <ac:picMk id="11" creationId="{D4210C0C-BDC9-4C83-FE90-4919809AB02D}"/>
          </ac:picMkLst>
        </pc:picChg>
        <pc:picChg chg="add del mod">
          <ac:chgData name="Alejandro Arango Giraldo" userId="b1e9e691-98a7-47a3-94f5-06c4da8bed88" providerId="ADAL" clId="{31BA80A3-E324-45B1-B14F-A9613F7D5F31}" dt="2025-06-02T02:16:43.437" v="1558" actId="478"/>
          <ac:picMkLst>
            <pc:docMk/>
            <pc:sldMk cId="3518311586" sldId="285"/>
            <ac:picMk id="12" creationId="{2E7355FF-510D-E664-626F-1C9F403BFFF7}"/>
          </ac:picMkLst>
        </pc:picChg>
      </pc:sldChg>
    </pc:docChg>
  </pc:docChgLst>
  <pc:docChgLst>
    <pc:chgData name="Alejandro Arango Giraldo" userId="b1e9e691-98a7-47a3-94f5-06c4da8bed88" providerId="ADAL" clId="{D57CE5C8-B2D9-4CDC-B79C-B487AA6C052C}"/>
    <pc:docChg chg="undo custSel addSld delSld modSld sldOrd">
      <pc:chgData name="Alejandro Arango Giraldo" userId="b1e9e691-98a7-47a3-94f5-06c4da8bed88" providerId="ADAL" clId="{D57CE5C8-B2D9-4CDC-B79C-B487AA6C052C}" dt="2024-05-30T23:24:38.864" v="1724" actId="20577"/>
      <pc:docMkLst>
        <pc:docMk/>
      </pc:docMkLst>
      <pc:sldChg chg="modSp mod">
        <pc:chgData name="Alejandro Arango Giraldo" userId="b1e9e691-98a7-47a3-94f5-06c4da8bed88" providerId="ADAL" clId="{D57CE5C8-B2D9-4CDC-B79C-B487AA6C052C}" dt="2024-05-30T20:30:42.525" v="136" actId="1037"/>
        <pc:sldMkLst>
          <pc:docMk/>
          <pc:sldMk cId="2069450329" sldId="261"/>
        </pc:sldMkLst>
      </pc:sldChg>
      <pc:sldChg chg="addSp delSp modSp mod">
        <pc:chgData name="Alejandro Arango Giraldo" userId="b1e9e691-98a7-47a3-94f5-06c4da8bed88" providerId="ADAL" clId="{D57CE5C8-B2D9-4CDC-B79C-B487AA6C052C}" dt="2024-05-30T20:46:48.477" v="363" actId="14100"/>
        <pc:sldMkLst>
          <pc:docMk/>
          <pc:sldMk cId="2002335106" sldId="264"/>
        </pc:sldMkLst>
      </pc:sldChg>
      <pc:sldChg chg="addSp delSp modSp mod">
        <pc:chgData name="Alejandro Arango Giraldo" userId="b1e9e691-98a7-47a3-94f5-06c4da8bed88" providerId="ADAL" clId="{D57CE5C8-B2D9-4CDC-B79C-B487AA6C052C}" dt="2024-05-30T21:21:38.251" v="1024" actId="20577"/>
        <pc:sldMkLst>
          <pc:docMk/>
          <pc:sldMk cId="1286626016" sldId="265"/>
        </pc:sldMkLst>
      </pc:sldChg>
      <pc:sldChg chg="addSp delSp modSp mod">
        <pc:chgData name="Alejandro Arango Giraldo" userId="b1e9e691-98a7-47a3-94f5-06c4da8bed88" providerId="ADAL" clId="{D57CE5C8-B2D9-4CDC-B79C-B487AA6C052C}" dt="2024-05-30T22:17:45.508" v="1418" actId="20577"/>
        <pc:sldMkLst>
          <pc:docMk/>
          <pc:sldMk cId="16913561" sldId="266"/>
        </pc:sldMkLst>
      </pc:sldChg>
      <pc:sldChg chg="addSp modSp mod">
        <pc:chgData name="Alejandro Arango Giraldo" userId="b1e9e691-98a7-47a3-94f5-06c4da8bed88" providerId="ADAL" clId="{D57CE5C8-B2D9-4CDC-B79C-B487AA6C052C}" dt="2024-05-30T22:19:13.045" v="1507" actId="20577"/>
        <pc:sldMkLst>
          <pc:docMk/>
          <pc:sldMk cId="3430101886" sldId="267"/>
        </pc:sldMkLst>
      </pc:sldChg>
      <pc:sldChg chg="modSp mod">
        <pc:chgData name="Alejandro Arango Giraldo" userId="b1e9e691-98a7-47a3-94f5-06c4da8bed88" providerId="ADAL" clId="{D57CE5C8-B2D9-4CDC-B79C-B487AA6C052C}" dt="2024-05-30T23:13:09.199" v="1641" actId="123"/>
        <pc:sldMkLst>
          <pc:docMk/>
          <pc:sldMk cId="2396343843" sldId="269"/>
        </pc:sldMkLst>
      </pc:sldChg>
      <pc:sldChg chg="modSp mod">
        <pc:chgData name="Alejandro Arango Giraldo" userId="b1e9e691-98a7-47a3-94f5-06c4da8bed88" providerId="ADAL" clId="{D57CE5C8-B2D9-4CDC-B79C-B487AA6C052C}" dt="2024-05-30T23:24:38.864" v="1724" actId="20577"/>
        <pc:sldMkLst>
          <pc:docMk/>
          <pc:sldMk cId="262458286" sldId="271"/>
        </pc:sldMkLst>
      </pc:sldChg>
      <pc:sldChg chg="modSp mod">
        <pc:chgData name="Alejandro Arango Giraldo" userId="b1e9e691-98a7-47a3-94f5-06c4da8bed88" providerId="ADAL" clId="{D57CE5C8-B2D9-4CDC-B79C-B487AA6C052C}" dt="2024-05-30T20:25:03.813" v="66" actId="14100"/>
        <pc:sldMkLst>
          <pc:docMk/>
          <pc:sldMk cId="2779451952" sldId="272"/>
        </pc:sldMkLst>
      </pc:sldChg>
      <pc:sldChg chg="new del">
        <pc:chgData name="Alejandro Arango Giraldo" userId="b1e9e691-98a7-47a3-94f5-06c4da8bed88" providerId="ADAL" clId="{D57CE5C8-B2D9-4CDC-B79C-B487AA6C052C}" dt="2024-05-30T20:22:28.876" v="2" actId="2696"/>
        <pc:sldMkLst>
          <pc:docMk/>
          <pc:sldMk cId="1710375311" sldId="273"/>
        </pc:sldMkLst>
      </pc:sldChg>
      <pc:sldChg chg="addSp delSp modSp add mod">
        <pc:chgData name="Alejandro Arango Giraldo" userId="b1e9e691-98a7-47a3-94f5-06c4da8bed88" providerId="ADAL" clId="{D57CE5C8-B2D9-4CDC-B79C-B487AA6C052C}" dt="2024-05-30T20:27:09.562" v="92" actId="1076"/>
        <pc:sldMkLst>
          <pc:docMk/>
          <pc:sldMk cId="2115088781" sldId="274"/>
        </pc:sldMkLst>
      </pc:sldChg>
      <pc:sldChg chg="addSp delSp modSp new mod">
        <pc:chgData name="Alejandro Arango Giraldo" userId="b1e9e691-98a7-47a3-94f5-06c4da8bed88" providerId="ADAL" clId="{D57CE5C8-B2D9-4CDC-B79C-B487AA6C052C}" dt="2024-05-30T22:06:04.871" v="1243"/>
        <pc:sldMkLst>
          <pc:docMk/>
          <pc:sldMk cId="798630508" sldId="275"/>
        </pc:sldMkLst>
      </pc:sldChg>
      <pc:sldChg chg="addSp delSp modSp new mod ord">
        <pc:chgData name="Alejandro Arango Giraldo" userId="b1e9e691-98a7-47a3-94f5-06c4da8bed88" providerId="ADAL" clId="{D57CE5C8-B2D9-4CDC-B79C-B487AA6C052C}" dt="2024-05-30T22:06:07.543" v="1244"/>
        <pc:sldMkLst>
          <pc:docMk/>
          <pc:sldMk cId="3014329248" sldId="276"/>
        </pc:sldMkLst>
      </pc:sldChg>
      <pc:sldChg chg="new del">
        <pc:chgData name="Alejandro Arango Giraldo" userId="b1e9e691-98a7-47a3-94f5-06c4da8bed88" providerId="ADAL" clId="{D57CE5C8-B2D9-4CDC-B79C-B487AA6C052C}" dt="2024-05-30T21:09:29.264" v="595" actId="47"/>
        <pc:sldMkLst>
          <pc:docMk/>
          <pc:sldMk cId="2724539949" sldId="277"/>
        </pc:sldMkLst>
      </pc:sldChg>
      <pc:sldChg chg="addSp delSp modSp new mod">
        <pc:chgData name="Alejandro Arango Giraldo" userId="b1e9e691-98a7-47a3-94f5-06c4da8bed88" providerId="ADAL" clId="{D57CE5C8-B2D9-4CDC-B79C-B487AA6C052C}" dt="2024-05-30T22:06:09.243" v="1245"/>
        <pc:sldMkLst>
          <pc:docMk/>
          <pc:sldMk cId="549444538" sldId="278"/>
        </pc:sldMkLst>
      </pc:sldChg>
      <pc:sldChg chg="addSp delSp modSp new mod">
        <pc:chgData name="Alejandro Arango Giraldo" userId="b1e9e691-98a7-47a3-94f5-06c4da8bed88" providerId="ADAL" clId="{D57CE5C8-B2D9-4CDC-B79C-B487AA6C052C}" dt="2024-05-30T22:06:11.502" v="1246"/>
        <pc:sldMkLst>
          <pc:docMk/>
          <pc:sldMk cId="85578995" sldId="279"/>
        </pc:sldMkLst>
      </pc:sldChg>
      <pc:sldChg chg="addSp delSp modSp new mod">
        <pc:chgData name="Alejandro Arango Giraldo" userId="b1e9e691-98a7-47a3-94f5-06c4da8bed88" providerId="ADAL" clId="{D57CE5C8-B2D9-4CDC-B79C-B487AA6C052C}" dt="2024-05-30T23:11:36.318" v="1590" actId="14100"/>
        <pc:sldMkLst>
          <pc:docMk/>
          <pc:sldMk cId="4026180517" sldId="280"/>
        </pc:sldMkLst>
      </pc:sldChg>
    </pc:docChg>
  </pc:docChgLst>
  <pc:docChgLst>
    <pc:chgData name="Alejandro Arango Giraldo" userId="b1e9e691-98a7-47a3-94f5-06c4da8bed88" providerId="ADAL" clId="{26E75F8C-38D2-4C66-8BB6-0C6A0275A021}"/>
    <pc:docChg chg="undo custSel addSld delSld modSld">
      <pc:chgData name="Alejandro Arango Giraldo" userId="b1e9e691-98a7-47a3-94f5-06c4da8bed88" providerId="ADAL" clId="{26E75F8C-38D2-4C66-8BB6-0C6A0275A021}" dt="2024-05-25T04:41:08.929" v="5239" actId="20577"/>
      <pc:docMkLst>
        <pc:docMk/>
      </pc:docMkLst>
      <pc:sldChg chg="addSp delSp modSp">
        <pc:chgData name="Alejandro Arango Giraldo" userId="b1e9e691-98a7-47a3-94f5-06c4da8bed88" providerId="ADAL" clId="{26E75F8C-38D2-4C66-8BB6-0C6A0275A021}" dt="2024-05-24T16:21:12.660" v="5"/>
        <pc:sldMkLst>
          <pc:docMk/>
          <pc:sldMk cId="1799531599" sldId="256"/>
        </pc:sldMkLst>
      </pc:sldChg>
      <pc:sldChg chg="addSp delSp modSp mod">
        <pc:chgData name="Alejandro Arango Giraldo" userId="b1e9e691-98a7-47a3-94f5-06c4da8bed88" providerId="ADAL" clId="{26E75F8C-38D2-4C66-8BB6-0C6A0275A021}" dt="2024-05-25T04:32:45.392" v="5046" actId="6549"/>
        <pc:sldMkLst>
          <pc:docMk/>
          <pc:sldMk cId="34881853" sldId="257"/>
        </pc:sldMkLst>
      </pc:sldChg>
      <pc:sldChg chg="addSp modSp del">
        <pc:chgData name="Alejandro Arango Giraldo" userId="b1e9e691-98a7-47a3-94f5-06c4da8bed88" providerId="ADAL" clId="{26E75F8C-38D2-4C66-8BB6-0C6A0275A021}" dt="2024-05-24T22:26:42.627" v="950" actId="47"/>
        <pc:sldMkLst>
          <pc:docMk/>
          <pc:sldMk cId="3648469057" sldId="258"/>
        </pc:sldMkLst>
      </pc:sldChg>
      <pc:sldChg chg="addSp modSp new del">
        <pc:chgData name="Alejandro Arango Giraldo" userId="b1e9e691-98a7-47a3-94f5-06c4da8bed88" providerId="ADAL" clId="{26E75F8C-38D2-4C66-8BB6-0C6A0275A021}" dt="2024-05-24T16:24:00.227" v="14" actId="47"/>
        <pc:sldMkLst>
          <pc:docMk/>
          <pc:sldMk cId="810692676" sldId="259"/>
        </pc:sldMkLst>
      </pc:sldChg>
      <pc:sldChg chg="addSp delSp modSp add del mod">
        <pc:chgData name="Alejandro Arango Giraldo" userId="b1e9e691-98a7-47a3-94f5-06c4da8bed88" providerId="ADAL" clId="{26E75F8C-38D2-4C66-8BB6-0C6A0275A021}" dt="2024-05-24T22:26:43.574" v="951" actId="47"/>
        <pc:sldMkLst>
          <pc:docMk/>
          <pc:sldMk cId="3640267313" sldId="260"/>
        </pc:sldMkLst>
      </pc:sldChg>
      <pc:sldChg chg="addSp delSp modSp add mod">
        <pc:chgData name="Alejandro Arango Giraldo" userId="b1e9e691-98a7-47a3-94f5-06c4da8bed88" providerId="ADAL" clId="{26E75F8C-38D2-4C66-8BB6-0C6A0275A021}" dt="2024-05-24T20:18:35.888" v="949" actId="1037"/>
        <pc:sldMkLst>
          <pc:docMk/>
          <pc:sldMk cId="2069450329" sldId="261"/>
        </pc:sldMkLst>
      </pc:sldChg>
      <pc:sldChg chg="addSp delSp modSp new mod">
        <pc:chgData name="Alejandro Arango Giraldo" userId="b1e9e691-98a7-47a3-94f5-06c4da8bed88" providerId="ADAL" clId="{26E75F8C-38D2-4C66-8BB6-0C6A0275A021}" dt="2024-05-25T00:13:14.034" v="1627"/>
        <pc:sldMkLst>
          <pc:docMk/>
          <pc:sldMk cId="2112793427" sldId="262"/>
        </pc:sldMkLst>
      </pc:sldChg>
      <pc:sldChg chg="addSp delSp modSp new mod">
        <pc:chgData name="Alejandro Arango Giraldo" userId="b1e9e691-98a7-47a3-94f5-06c4da8bed88" providerId="ADAL" clId="{26E75F8C-38D2-4C66-8BB6-0C6A0275A021}" dt="2024-05-25T02:11:17.924" v="3132"/>
        <pc:sldMkLst>
          <pc:docMk/>
          <pc:sldMk cId="828149622" sldId="263"/>
        </pc:sldMkLst>
      </pc:sldChg>
      <pc:sldChg chg="addSp delSp modSp new mod">
        <pc:chgData name="Alejandro Arango Giraldo" userId="b1e9e691-98a7-47a3-94f5-06c4da8bed88" providerId="ADAL" clId="{26E75F8C-38D2-4C66-8BB6-0C6A0275A021}" dt="2024-05-25T02:11:20.197" v="3133"/>
        <pc:sldMkLst>
          <pc:docMk/>
          <pc:sldMk cId="2002335106" sldId="264"/>
        </pc:sldMkLst>
      </pc:sldChg>
      <pc:sldChg chg="addSp delSp modSp new mod">
        <pc:chgData name="Alejandro Arango Giraldo" userId="b1e9e691-98a7-47a3-94f5-06c4da8bed88" providerId="ADAL" clId="{26E75F8C-38D2-4C66-8BB6-0C6A0275A021}" dt="2024-05-25T04:32:53.751" v="5047"/>
        <pc:sldMkLst>
          <pc:docMk/>
          <pc:sldMk cId="1286626016" sldId="265"/>
        </pc:sldMkLst>
      </pc:sldChg>
      <pc:sldChg chg="addSp delSp modSp new mod">
        <pc:chgData name="Alejandro Arango Giraldo" userId="b1e9e691-98a7-47a3-94f5-06c4da8bed88" providerId="ADAL" clId="{26E75F8C-38D2-4C66-8BB6-0C6A0275A021}" dt="2024-05-25T04:32:55.769" v="5048"/>
        <pc:sldMkLst>
          <pc:docMk/>
          <pc:sldMk cId="16913561" sldId="266"/>
        </pc:sldMkLst>
      </pc:sldChg>
      <pc:sldChg chg="addSp delSp modSp new mod">
        <pc:chgData name="Alejandro Arango Giraldo" userId="b1e9e691-98a7-47a3-94f5-06c4da8bed88" providerId="ADAL" clId="{26E75F8C-38D2-4C66-8BB6-0C6A0275A021}" dt="2024-05-25T04:32:57.935" v="5049"/>
        <pc:sldMkLst>
          <pc:docMk/>
          <pc:sldMk cId="3430101886" sldId="267"/>
        </pc:sldMkLst>
      </pc:sldChg>
      <pc:sldChg chg="addSp delSp modSp new mod">
        <pc:chgData name="Alejandro Arango Giraldo" userId="b1e9e691-98a7-47a3-94f5-06c4da8bed88" providerId="ADAL" clId="{26E75F8C-38D2-4C66-8BB6-0C6A0275A021}" dt="2024-05-25T04:32:59.910" v="5050"/>
        <pc:sldMkLst>
          <pc:docMk/>
          <pc:sldMk cId="3327159240" sldId="268"/>
        </pc:sldMkLst>
      </pc:sldChg>
      <pc:sldChg chg="addSp delSp modSp new mod">
        <pc:chgData name="Alejandro Arango Giraldo" userId="b1e9e691-98a7-47a3-94f5-06c4da8bed88" providerId="ADAL" clId="{26E75F8C-38D2-4C66-8BB6-0C6A0275A021}" dt="2024-05-25T04:33:03.069" v="5051"/>
        <pc:sldMkLst>
          <pc:docMk/>
          <pc:sldMk cId="2396343843" sldId="269"/>
        </pc:sldMkLst>
      </pc:sldChg>
      <pc:sldChg chg="addSp delSp modSp new mod">
        <pc:chgData name="Alejandro Arango Giraldo" userId="b1e9e691-98a7-47a3-94f5-06c4da8bed88" providerId="ADAL" clId="{26E75F8C-38D2-4C66-8BB6-0C6A0275A021}" dt="2024-05-25T04:33:04.901" v="5052"/>
        <pc:sldMkLst>
          <pc:docMk/>
          <pc:sldMk cId="3955824262" sldId="270"/>
        </pc:sldMkLst>
      </pc:sldChg>
      <pc:sldChg chg="addSp delSp modSp new mod">
        <pc:chgData name="Alejandro Arango Giraldo" userId="b1e9e691-98a7-47a3-94f5-06c4da8bed88" providerId="ADAL" clId="{26E75F8C-38D2-4C66-8BB6-0C6A0275A021}" dt="2024-05-25T04:41:08.929" v="5239" actId="20577"/>
        <pc:sldMkLst>
          <pc:docMk/>
          <pc:sldMk cId="262458286" sldId="271"/>
        </pc:sldMkLst>
      </pc:sldChg>
      <pc:sldChg chg="addSp delSp modSp new mod">
        <pc:chgData name="Alejandro Arango Giraldo" userId="b1e9e691-98a7-47a3-94f5-06c4da8bed88" providerId="ADAL" clId="{26E75F8C-38D2-4C66-8BB6-0C6A0275A021}" dt="2024-05-25T04:36:05.681" v="5091" actId="1076"/>
        <pc:sldMkLst>
          <pc:docMk/>
          <pc:sldMk cId="2779451952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CB93A-199E-4F50-BEAB-8A0571E1B863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AAD4D-8CBF-46D5-998A-3F44CF49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15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B16D-37BF-BF83-338D-A679D00F9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0FA49-67EB-61DB-A903-F0AB898E2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17A23-95E3-E7D7-9AF5-4D7CC89B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A8A3D-6227-A823-23E1-C81E3150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ED7EC-B6A1-0682-87B1-4A4C3B5D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3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FFD2-8583-877F-B406-2618F904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8C977-F73F-D0F8-8879-A4A0B90C8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D960-3536-3F55-863D-BCED0E67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B8D0F-45F1-79CA-6F23-8FB4ED4B3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D478F-539E-86BD-7E2B-71EFC272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E0C0-F86B-F938-A666-7A73238A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BEB88-5B52-425B-695B-118C1D684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F066-4F30-B67F-AEE2-B4ABA1C5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8AFB-B527-641A-E686-9319533AE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ADCE8-F832-504A-02D5-BA55BE2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6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D440-EA09-49AE-B169-8D2B5BB8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84DB-9980-72B5-1DD8-521129C72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7A114-05BF-B460-ABD0-316E50411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A0746-3C99-EF41-D190-80C907F3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70390-74A9-E356-A684-1C85092B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2D97C-098B-E453-9D5A-057B0498B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F7732-A749-45A7-7023-2A09E8DF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5933D-2026-A9E5-C199-C488BEDA5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62D61-816C-7B79-A6D4-DE0AFD4A9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BE47F-E7B0-68E3-6E3B-779DDE250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70628-278E-0F76-AD6B-192878F7A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0C499-FAE1-C5B5-492A-A58908D0D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94D27-734D-9B1C-B956-18E34E47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7E543-4B8F-CB1B-9808-99F5E483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2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3DE5D-BA73-CEAC-6127-C0B57015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8655C-D956-173D-B234-C106BFCF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6B07E-EC44-6EC2-6177-FCC82833E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99AE9-F630-C002-F971-A1931FCA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D0F7E-4AE9-59AE-CD6A-634FE0E8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19A8F-0199-C2A3-88CF-42FCD398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C1993-1BFC-6759-2A78-4B6BD93C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86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F717-3B39-3BE9-8942-7839DB3C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323B-1204-7353-4403-AFED7DDA6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09D61-09D9-CE30-5869-6DC115891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5283-55C9-7A9A-89AA-67BE4A9E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415C-A361-8AD2-A52B-933BED25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2E9F-5121-8507-8DEC-1A2CA6D4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78CD-85E5-9B95-E6AE-525209C5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5D46CB-15D7-D8EC-E86D-665DBC616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12819-56A9-E003-9DF0-257300CB6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6636A-4B88-ABA6-620A-55F28034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22C8D-2E78-DD3E-857A-62D13F8FC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78D90-ECFA-6CFE-A06B-D87653B2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7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398F-3C87-1710-E701-BC4CAAAB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B9CF6-191D-1B82-B7FE-B52CC2B4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347D-0215-4C55-1474-AE1EDFAD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11A8B-EA7F-0630-9BC4-09C2FCE6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A0266-6227-3148-C9F9-14FB37D0B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8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1DA99-7868-68E1-7389-CBDCDC1C5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AA6E-517B-8F96-769F-2855FBF0A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DDFA2-4521-155A-049D-0C0AF129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9D87-9B41-CA1B-558D-5A3CD547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3FD2-3E75-2BDA-2D3E-F1D6E0E7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8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AC518-6662-FD39-C93D-149BB2BD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9C739-58B1-F747-2FEB-C37F612EC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656C2-1EF6-E39D-539B-96C461A37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E4886-0294-43AC-9E70-3EA344BF1B8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86BBD-88B3-EFCF-B395-C51C899B2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278D-44C0-C6A8-9C76-CFA9DFCCB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BBD96-3BB9-4222-9578-B487808CE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85D6-44E1-F9FD-6E91-84A562898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5486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PREDICCIÓN DE LA ESPERANZA DE VIDA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D90B4-EE21-9F17-9D90-596BF1CDF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8638"/>
            <a:ext cx="9144000" cy="436562"/>
          </a:xfrm>
        </p:spPr>
        <p:txBody>
          <a:bodyPr/>
          <a:lstStyle/>
          <a:p>
            <a:r>
              <a:rPr lang="en-US" dirty="0"/>
              <a:t>BASADO EN INDICADORES SOCIOECONÓMICOS Y DE SALUD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EA51D6C-7002-5E19-C23F-A1F29BA21621}"/>
              </a:ext>
            </a:extLst>
          </p:cNvPr>
          <p:cNvSpPr txBox="1">
            <a:spLocks/>
          </p:cNvSpPr>
          <p:nvPr/>
        </p:nvSpPr>
        <p:spPr>
          <a:xfrm>
            <a:off x="1524000" y="3940630"/>
            <a:ext cx="9144000" cy="2471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Por: </a:t>
            </a:r>
          </a:p>
          <a:p>
            <a:r>
              <a:rPr lang="en-US" sz="2000" dirty="0"/>
              <a:t>Alejandro Arango Giraldo</a:t>
            </a:r>
          </a:p>
        </p:txBody>
      </p:sp>
      <p:pic>
        <p:nvPicPr>
          <p:cNvPr id="5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FD2F6A70-4406-746D-456F-D046672343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5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BD5F-650B-6A4D-773E-0D77DA45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704397"/>
            <a:ext cx="10646228" cy="5256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PREGUNTA DE NEGOCIO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8804D6-2AC2-FBB8-D1F5-1693585C5598}"/>
              </a:ext>
            </a:extLst>
          </p:cNvPr>
          <p:cNvSpPr txBox="1"/>
          <p:nvPr/>
        </p:nvSpPr>
        <p:spPr>
          <a:xfrm>
            <a:off x="772886" y="1249900"/>
            <a:ext cx="53231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¿Cuáles son los factores más influyentes en la </a:t>
            </a:r>
            <a:r>
              <a:rPr lang="es-ES" sz="1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esperanza de vida</a:t>
            </a:r>
            <a:r>
              <a:rPr lang="es-ES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de la población de un país, considerando variables de </a:t>
            </a:r>
            <a:r>
              <a:rPr lang="es-ES" sz="1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salud, inmunización, economía y desarrollo humano</a:t>
            </a:r>
            <a:r>
              <a:rPr lang="es-ES" sz="1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, y cómo estas pueden ser utilizadas para su predicción?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ADDC9F-368A-BA8C-65F8-5F8302BD5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85" y="1937530"/>
            <a:ext cx="5327920" cy="376088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293176-9197-3266-59C0-1C49768B0B69}"/>
              </a:ext>
            </a:extLst>
          </p:cNvPr>
          <p:cNvSpPr txBox="1">
            <a:spLocks/>
          </p:cNvSpPr>
          <p:nvPr/>
        </p:nvSpPr>
        <p:spPr>
          <a:xfrm>
            <a:off x="772886" y="2816883"/>
            <a:ext cx="4376058" cy="525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OBJETIVO PRINCIPAL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C1F50D-27FC-4AD6-17DD-5A02A11C336D}"/>
              </a:ext>
            </a:extLst>
          </p:cNvPr>
          <p:cNvSpPr txBox="1"/>
          <p:nvPr/>
        </p:nvSpPr>
        <p:spPr>
          <a:xfrm>
            <a:off x="774118" y="3331686"/>
            <a:ext cx="53218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Desarrollar un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modelo de aprendizaje automático 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a partir de datos de la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OMS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y la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UNESCO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para el periodo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2000-2016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, que permita predecir la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esperanza de vida de un país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con base en indicadores de salud, inmunización, economía y desarrollo humano, con el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mínimo MAE 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obtenido sobre el conjunto de pruebas, para facilitar la toma de decisiones en políticas de salud pública y estrategias gubernamentales.</a:t>
            </a:r>
          </a:p>
        </p:txBody>
      </p:sp>
      <p:pic>
        <p:nvPicPr>
          <p:cNvPr id="13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B7A21D37-13D6-1545-3457-B641864135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MyEducator - CRISP-DM: Data Mining Process">
            <a:extLst>
              <a:ext uri="{FF2B5EF4-FFF2-40B4-BE49-F238E27FC236}">
                <a16:creationId xmlns:a16="http://schemas.microsoft.com/office/drawing/2014/main" id="{CF7D6511-F0C9-5403-6F4F-C50B46450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60" y="1414093"/>
            <a:ext cx="4159136" cy="41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53DF6-93EC-165B-10E0-40CF08E4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160" y="458226"/>
            <a:ext cx="10515600" cy="743631"/>
          </a:xfrm>
        </p:spPr>
        <p:txBody>
          <a:bodyPr>
            <a:normAutofit/>
          </a:bodyPr>
          <a:lstStyle/>
          <a:p>
            <a:r>
              <a:rPr lang="en-US" dirty="0"/>
              <a:t>METODOLOGÍA: CRISP-DM</a:t>
            </a:r>
          </a:p>
        </p:txBody>
      </p:sp>
      <p:pic>
        <p:nvPicPr>
          <p:cNvPr id="41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D628A3D6-F940-CF0E-913A-4784907A54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301826-E29B-AE30-8F2A-CABA29C23FF7}"/>
              </a:ext>
            </a:extLst>
          </p:cNvPr>
          <p:cNvSpPr txBox="1"/>
          <p:nvPr/>
        </p:nvSpPr>
        <p:spPr>
          <a:xfrm>
            <a:off x="826160" y="5590314"/>
            <a:ext cx="4528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Fuente</a:t>
            </a:r>
            <a:r>
              <a:rPr lang="es-US" sz="1100" dirty="0"/>
              <a:t>: https://app.myeducator.com/reader/web/1421a/2/qk5s5/</a:t>
            </a:r>
            <a:endParaRPr lang="en-US" sz="11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C4C798-FF11-B563-A924-341D2A859041}"/>
              </a:ext>
            </a:extLst>
          </p:cNvPr>
          <p:cNvGrpSpPr/>
          <p:nvPr/>
        </p:nvGrpSpPr>
        <p:grpSpPr>
          <a:xfrm>
            <a:off x="5029326" y="1273230"/>
            <a:ext cx="3305900" cy="1323439"/>
            <a:chOff x="5640044" y="1146268"/>
            <a:chExt cx="3305900" cy="13234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C003D6-394C-98AD-ECB5-75C12DF70165}"/>
                </a:ext>
              </a:extLst>
            </p:cNvPr>
            <p:cNvSpPr txBox="1"/>
            <p:nvPr/>
          </p:nvSpPr>
          <p:spPr>
            <a:xfrm>
              <a:off x="5640044" y="1529176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3200" dirty="0"/>
                <a:t>1</a:t>
              </a:r>
              <a:endParaRPr lang="en-US" sz="3200" dirty="0"/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C5BCD3B2-4E5F-96B7-5ABA-5193418D825A}"/>
                </a:ext>
              </a:extLst>
            </p:cNvPr>
            <p:cNvSpPr/>
            <p:nvPr/>
          </p:nvSpPr>
          <p:spPr>
            <a:xfrm flipH="1">
              <a:off x="5982656" y="1190860"/>
              <a:ext cx="268494" cy="1234257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552BC2-C554-D57E-5329-3F501DB3696F}"/>
                </a:ext>
              </a:extLst>
            </p:cNvPr>
            <p:cNvSpPr txBox="1"/>
            <p:nvPr/>
          </p:nvSpPr>
          <p:spPr>
            <a:xfrm>
              <a:off x="6116903" y="1146268"/>
              <a:ext cx="282904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PREGUNTA DE INVESTIGACIÓN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OBJETIVOS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PLAN DEL PROYECTO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EVALUAR PROBLEMA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C8938-FBCA-B442-9E9B-9AB4EDC6CFDC}"/>
              </a:ext>
            </a:extLst>
          </p:cNvPr>
          <p:cNvGrpSpPr/>
          <p:nvPr/>
        </p:nvGrpSpPr>
        <p:grpSpPr>
          <a:xfrm>
            <a:off x="5012519" y="2677052"/>
            <a:ext cx="3316395" cy="1077219"/>
            <a:chOff x="8534790" y="1190860"/>
            <a:chExt cx="3316395" cy="107721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EDD312-E7DE-6538-CABC-3DA764E76DC6}"/>
                </a:ext>
              </a:extLst>
            </p:cNvPr>
            <p:cNvSpPr txBox="1"/>
            <p:nvPr/>
          </p:nvSpPr>
          <p:spPr>
            <a:xfrm>
              <a:off x="8534790" y="1437081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3200" dirty="0"/>
                <a:t>2</a:t>
              </a:r>
              <a:endParaRPr lang="en-US" sz="3200" dirty="0"/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3E9B9FCB-1194-D0F0-56AD-B82F1DFF4EA8}"/>
                </a:ext>
              </a:extLst>
            </p:cNvPr>
            <p:cNvSpPr/>
            <p:nvPr/>
          </p:nvSpPr>
          <p:spPr>
            <a:xfrm flipH="1">
              <a:off x="8877764" y="1190861"/>
              <a:ext cx="288007" cy="1077218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06FBB7-0E18-A4DC-327D-544833A02481}"/>
                </a:ext>
              </a:extLst>
            </p:cNvPr>
            <p:cNvSpPr txBox="1"/>
            <p:nvPr/>
          </p:nvSpPr>
          <p:spPr>
            <a:xfrm>
              <a:off x="9022144" y="1190860"/>
              <a:ext cx="282904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IMPORTAR LIBRERÍAS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CARGA DE DATOS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ANÁLISIS DESCRIPTIVO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CALIDAD DE DATOS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3DCB54-FE05-7F1D-7476-630CB7019309}"/>
              </a:ext>
            </a:extLst>
          </p:cNvPr>
          <p:cNvGrpSpPr/>
          <p:nvPr/>
        </p:nvGrpSpPr>
        <p:grpSpPr>
          <a:xfrm>
            <a:off x="5050490" y="3834653"/>
            <a:ext cx="3654738" cy="2062103"/>
            <a:chOff x="5397348" y="2852615"/>
            <a:chExt cx="3654738" cy="206210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3FDEB0-F5ED-FCA5-2BCD-4951DA941FD1}"/>
                </a:ext>
              </a:extLst>
            </p:cNvPr>
            <p:cNvSpPr txBox="1"/>
            <p:nvPr/>
          </p:nvSpPr>
          <p:spPr>
            <a:xfrm>
              <a:off x="5397348" y="3569157"/>
              <a:ext cx="4566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3200" dirty="0"/>
                <a:t>3</a:t>
              </a:r>
              <a:endParaRPr lang="en-US" sz="3200" dirty="0"/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2E231139-3F88-0C83-40E3-8437A65C1932}"/>
                </a:ext>
              </a:extLst>
            </p:cNvPr>
            <p:cNvSpPr/>
            <p:nvPr/>
          </p:nvSpPr>
          <p:spPr>
            <a:xfrm flipH="1">
              <a:off x="5741975" y="2875434"/>
              <a:ext cx="214032" cy="1988309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50B7E5-4809-855E-3C29-F0B866B531E5}"/>
                </a:ext>
              </a:extLst>
            </p:cNvPr>
            <p:cNvSpPr txBox="1"/>
            <p:nvPr/>
          </p:nvSpPr>
          <p:spPr>
            <a:xfrm>
              <a:off x="5893606" y="2852615"/>
              <a:ext cx="315848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PREPROCESAMIENTO DE DATOS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PREPARACIÓN DE CARACTERÍSTICAS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IMPORTANCIA DE VARIABLES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CONJUNTOS DE VALIDACIÓN, ENTRENAMIENTO Y PRUEBA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PCA</a:t>
              </a:r>
              <a:endParaRPr lang="en-US" sz="16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89CA110-2E2F-E1FF-B600-2C29F784ED27}"/>
              </a:ext>
            </a:extLst>
          </p:cNvPr>
          <p:cNvSpPr txBox="1"/>
          <p:nvPr/>
        </p:nvSpPr>
        <p:spPr>
          <a:xfrm>
            <a:off x="8472052" y="168768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3200" dirty="0"/>
              <a:t>4</a:t>
            </a:r>
            <a:endParaRPr lang="en-US" sz="3200" dirty="0"/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19FD91BE-79C1-9C72-8940-0EFACE45AE83}"/>
              </a:ext>
            </a:extLst>
          </p:cNvPr>
          <p:cNvSpPr/>
          <p:nvPr/>
        </p:nvSpPr>
        <p:spPr>
          <a:xfrm flipH="1">
            <a:off x="8869453" y="1289060"/>
            <a:ext cx="235179" cy="1263019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4347FC-BE20-9165-7079-66F697C268A2}"/>
              </a:ext>
            </a:extLst>
          </p:cNvPr>
          <p:cNvSpPr txBox="1"/>
          <p:nvPr/>
        </p:nvSpPr>
        <p:spPr>
          <a:xfrm>
            <a:off x="9013156" y="1244996"/>
            <a:ext cx="29890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dirty="0"/>
              <a:t>REGRESIÓN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dirty="0"/>
              <a:t>CLASIFICACIÓN NO SUPERVISADA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dirty="0"/>
              <a:t>CLASIFICACIÓN SUPERVISADA</a:t>
            </a:r>
            <a:endParaRPr lang="en-US" sz="16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D2BF0C7-1239-82BD-AA6F-0CE20388C733}"/>
              </a:ext>
            </a:extLst>
          </p:cNvPr>
          <p:cNvGrpSpPr/>
          <p:nvPr/>
        </p:nvGrpSpPr>
        <p:grpSpPr>
          <a:xfrm>
            <a:off x="8472052" y="2755433"/>
            <a:ext cx="3730834" cy="1569660"/>
            <a:chOff x="5333247" y="4802235"/>
            <a:chExt cx="3799868" cy="156966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F033F3-A842-AE2F-7786-1C1D8CBB17A4}"/>
                </a:ext>
              </a:extLst>
            </p:cNvPr>
            <p:cNvSpPr txBox="1"/>
            <p:nvPr/>
          </p:nvSpPr>
          <p:spPr>
            <a:xfrm>
              <a:off x="5333247" y="5294609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3200" dirty="0"/>
                <a:t>5</a:t>
              </a:r>
              <a:endParaRPr lang="en-US" sz="3200" dirty="0"/>
            </a:p>
          </p:txBody>
        </p:sp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7A46726B-721A-5554-9624-804E67BCAB37}"/>
                </a:ext>
              </a:extLst>
            </p:cNvPr>
            <p:cNvSpPr/>
            <p:nvPr/>
          </p:nvSpPr>
          <p:spPr>
            <a:xfrm flipH="1">
              <a:off x="5709334" y="4825055"/>
              <a:ext cx="268492" cy="1546840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5F9F7B5-653D-B921-ED07-C6B3B48F3512}"/>
                </a:ext>
              </a:extLst>
            </p:cNvPr>
            <p:cNvSpPr txBox="1"/>
            <p:nvPr/>
          </p:nvSpPr>
          <p:spPr>
            <a:xfrm>
              <a:off x="5871851" y="4802235"/>
              <a:ext cx="326126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MAE, MSE Y MAPE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ANÁLISIS DE DESEMPE</a:t>
              </a:r>
              <a:r>
                <a:rPr lang="es-CO" sz="1600" dirty="0"/>
                <a:t>ÑO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INTERVALOS DE CONFIANZA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A/B TESTING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CUMPLIMIENTO DE OBJETIVOS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EXPORTACIÓN MODELO FINAL</a:t>
              </a:r>
              <a:endParaRPr lang="en-US" sz="16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70BB39-F698-5A0D-D7B7-01FC82C12224}"/>
              </a:ext>
            </a:extLst>
          </p:cNvPr>
          <p:cNvGrpSpPr/>
          <p:nvPr/>
        </p:nvGrpSpPr>
        <p:grpSpPr>
          <a:xfrm>
            <a:off x="8537364" y="4522342"/>
            <a:ext cx="3305510" cy="1323439"/>
            <a:chOff x="8979182" y="4859524"/>
            <a:chExt cx="3305510" cy="132343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93D67B-DF93-85AE-C82C-9F3CC2A432A7}"/>
                </a:ext>
              </a:extLst>
            </p:cNvPr>
            <p:cNvSpPr txBox="1"/>
            <p:nvPr/>
          </p:nvSpPr>
          <p:spPr>
            <a:xfrm>
              <a:off x="8979182" y="5203719"/>
              <a:ext cx="4042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3200" dirty="0"/>
                <a:t>6</a:t>
              </a:r>
              <a:endParaRPr lang="en-US" sz="3200" dirty="0"/>
            </a:p>
          </p:txBody>
        </p:sp>
        <p:sp>
          <p:nvSpPr>
            <p:cNvPr id="54" name="Right Brace 53">
              <a:extLst>
                <a:ext uri="{FF2B5EF4-FFF2-40B4-BE49-F238E27FC236}">
                  <a16:creationId xmlns:a16="http://schemas.microsoft.com/office/drawing/2014/main" id="{09C2AD9B-DC94-EA28-539B-CB33760FF18E}"/>
                </a:ext>
              </a:extLst>
            </p:cNvPr>
            <p:cNvSpPr/>
            <p:nvPr/>
          </p:nvSpPr>
          <p:spPr>
            <a:xfrm flipH="1">
              <a:off x="9311270" y="4859525"/>
              <a:ext cx="236397" cy="1306852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946698D-738B-7D06-E265-19CB2A260A53}"/>
                </a:ext>
              </a:extLst>
            </p:cNvPr>
            <p:cNvSpPr txBox="1"/>
            <p:nvPr/>
          </p:nvSpPr>
          <p:spPr>
            <a:xfrm>
              <a:off x="9455651" y="4859524"/>
              <a:ext cx="282904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INTERFAZ GRÁFICA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PREPROCESAMIENTO DE DATOS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PREDICCIÓN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US" sz="1600" dirty="0"/>
                <a:t>VISUALIZACIÓN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945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5E47-EDEA-EE6D-B57E-928EFB28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3331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A10C05-C059-9CE1-4FD5-1ACE13F297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5"/>
          <a:stretch/>
        </p:blipFill>
        <p:spPr>
          <a:xfrm>
            <a:off x="838200" y="4064828"/>
            <a:ext cx="10287000" cy="2385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FF8E8E-1958-FBAF-F42D-3967C52A5AE6}"/>
              </a:ext>
            </a:extLst>
          </p:cNvPr>
          <p:cNvSpPr txBox="1"/>
          <p:nvPr/>
        </p:nvSpPr>
        <p:spPr>
          <a:xfrm>
            <a:off x="838200" y="1386732"/>
            <a:ext cx="27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ORIGEN: </a:t>
            </a:r>
            <a:r>
              <a:rPr lang="en-US" dirty="0"/>
              <a:t>OMS y UNESCO</a:t>
            </a:r>
          </a:p>
          <a:p>
            <a:pPr algn="just"/>
            <a:r>
              <a:rPr lang="en-US" b="1" dirty="0"/>
              <a:t>FUENTE: </a:t>
            </a:r>
            <a:r>
              <a:rPr lang="en-US" dirty="0"/>
              <a:t>Kaggle</a:t>
            </a:r>
          </a:p>
          <a:p>
            <a:pPr algn="just"/>
            <a:r>
              <a:rPr lang="en-US" b="1" dirty="0"/>
              <a:t>DIMENSIÓN: </a:t>
            </a:r>
            <a:r>
              <a:rPr lang="en-US" dirty="0"/>
              <a:t>32 x 3111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CFEE7-5718-4B67-0A79-001037918293}"/>
              </a:ext>
            </a:extLst>
          </p:cNvPr>
          <p:cNvSpPr txBox="1"/>
          <p:nvPr/>
        </p:nvSpPr>
        <p:spPr>
          <a:xfrm>
            <a:off x="838201" y="2408338"/>
            <a:ext cx="3037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highlight>
                  <a:srgbClr val="FFFFFF"/>
                </a:highlight>
                <a:latin typeface="Helvetica Neue"/>
              </a:rPr>
              <a:t>E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speranza de vida, factores de salud, e indicadores socioeconómicos de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183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</a:t>
            </a:r>
            <a:r>
              <a:rPr lang="es-ES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países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entre los años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2000</a:t>
            </a:r>
            <a:r>
              <a:rPr lang="es-E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 y </a:t>
            </a:r>
            <a:r>
              <a:rPr lang="es-E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2016.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5D741-F5A2-8E88-E140-96192BAB34A2}"/>
              </a:ext>
            </a:extLst>
          </p:cNvPr>
          <p:cNvSpPr txBox="1"/>
          <p:nvPr/>
        </p:nvSpPr>
        <p:spPr>
          <a:xfrm>
            <a:off x="4212771" y="1288456"/>
            <a:ext cx="69124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VARIABLES: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country, </a:t>
            </a:r>
            <a:r>
              <a:rPr lang="en-US" dirty="0" err="1"/>
              <a:t>country_code</a:t>
            </a:r>
            <a:r>
              <a:rPr lang="en-US" dirty="0"/>
              <a:t>, region,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adult_mortality</a:t>
            </a:r>
            <a:r>
              <a:rPr lang="en-US" dirty="0"/>
              <a:t>, </a:t>
            </a:r>
            <a:r>
              <a:rPr lang="en-US" dirty="0" err="1"/>
              <a:t>infant_mort</a:t>
            </a:r>
            <a:r>
              <a:rPr lang="en-US" dirty="0"/>
              <a:t>, age1-4mort, </a:t>
            </a:r>
            <a:r>
              <a:rPr lang="en-US" dirty="0" err="1"/>
              <a:t>une_infant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alcohol, </a:t>
            </a:r>
            <a:r>
              <a:rPr lang="en-US" dirty="0" err="1"/>
              <a:t>bmi</a:t>
            </a:r>
            <a:r>
              <a:rPr lang="en-US" dirty="0"/>
              <a:t>, age5-19thinness, age5-19obesity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gni_capita</a:t>
            </a:r>
            <a:r>
              <a:rPr lang="en-US" dirty="0"/>
              <a:t>, </a:t>
            </a:r>
            <a:r>
              <a:rPr lang="en-US" dirty="0" err="1"/>
              <a:t>gghe</a:t>
            </a:r>
            <a:r>
              <a:rPr lang="en-US" dirty="0"/>
              <a:t>-d, </a:t>
            </a:r>
            <a:r>
              <a:rPr lang="en-US" dirty="0" err="1"/>
              <a:t>che_gdp</a:t>
            </a:r>
            <a:r>
              <a:rPr lang="en-US" dirty="0"/>
              <a:t>, </a:t>
            </a:r>
            <a:r>
              <a:rPr lang="en-US" dirty="0" err="1"/>
              <a:t>une_gni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basic_water</a:t>
            </a:r>
            <a:r>
              <a:rPr lang="en-US" dirty="0"/>
              <a:t>, </a:t>
            </a:r>
            <a:r>
              <a:rPr lang="en-US" dirty="0" err="1"/>
              <a:t>une_pop</a:t>
            </a:r>
            <a:r>
              <a:rPr lang="en-US" dirty="0"/>
              <a:t>, </a:t>
            </a:r>
            <a:r>
              <a:rPr lang="en-US" dirty="0" err="1"/>
              <a:t>une_poverty</a:t>
            </a:r>
            <a:r>
              <a:rPr lang="en-US" dirty="0"/>
              <a:t>, </a:t>
            </a:r>
            <a:r>
              <a:rPr lang="en-US" dirty="0" err="1"/>
              <a:t>une_edu_spend</a:t>
            </a:r>
            <a:r>
              <a:rPr lang="en-US" dirty="0"/>
              <a:t>, </a:t>
            </a:r>
            <a:r>
              <a:rPr lang="en-US" dirty="0" err="1"/>
              <a:t>une_literacy</a:t>
            </a:r>
            <a:r>
              <a:rPr lang="en-US" dirty="0"/>
              <a:t>, </a:t>
            </a:r>
            <a:r>
              <a:rPr lang="en-US" dirty="0" err="1"/>
              <a:t>une_school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hepatitis, measles, polio, diphtheria, doctors, hospitals, </a:t>
            </a:r>
            <a:r>
              <a:rPr lang="en-US" dirty="0" err="1"/>
              <a:t>une_hiv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life_expect</a:t>
            </a:r>
            <a:r>
              <a:rPr lang="en-US" dirty="0"/>
              <a:t>, </a:t>
            </a:r>
            <a:r>
              <a:rPr lang="en-US" dirty="0" err="1"/>
              <a:t>une_life</a:t>
            </a:r>
            <a:r>
              <a:rPr lang="en-US" dirty="0"/>
              <a:t>, life_exp60</a:t>
            </a:r>
          </a:p>
        </p:txBody>
      </p:sp>
      <p:pic>
        <p:nvPicPr>
          <p:cNvPr id="12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C3B68B64-EF78-0A35-BD3C-5D1C25C6F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79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3808-CDB3-C048-2CCC-5DF91FE1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ENTENDIMIENTO DE DATOS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EEB8EB-9889-5D5A-6ADD-D0D0C015ADA2}"/>
              </a:ext>
            </a:extLst>
          </p:cNvPr>
          <p:cNvGrpSpPr/>
          <p:nvPr/>
        </p:nvGrpSpPr>
        <p:grpSpPr>
          <a:xfrm>
            <a:off x="1099645" y="1696705"/>
            <a:ext cx="2637932" cy="942355"/>
            <a:chOff x="838200" y="1690688"/>
            <a:chExt cx="2637933" cy="943655"/>
          </a:xfrm>
        </p:grpSpPr>
        <p:pic>
          <p:nvPicPr>
            <p:cNvPr id="1026" name="Picture 2" descr="Completeness Icons - Free SVG &amp; PNG Completeness Images - Noun Project">
              <a:extLst>
                <a:ext uri="{FF2B5EF4-FFF2-40B4-BE49-F238E27FC236}">
                  <a16:creationId xmlns:a16="http://schemas.microsoft.com/office/drawing/2014/main" id="{1CFD6959-4DEF-51D0-C621-11B698796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2478" y="1690688"/>
              <a:ext cx="943655" cy="9436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7EB81C-D089-D0D1-ED38-BD8007E7EF6B}"/>
                </a:ext>
              </a:extLst>
            </p:cNvPr>
            <p:cNvSpPr txBox="1"/>
            <p:nvPr/>
          </p:nvSpPr>
          <p:spPr>
            <a:xfrm>
              <a:off x="838200" y="1977849"/>
              <a:ext cx="216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COMPLETITUD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6D11D75-74F4-B0DD-F3EE-D517D4CB72DA}"/>
              </a:ext>
            </a:extLst>
          </p:cNvPr>
          <p:cNvGrpSpPr/>
          <p:nvPr/>
        </p:nvGrpSpPr>
        <p:grpSpPr>
          <a:xfrm>
            <a:off x="4684095" y="1582508"/>
            <a:ext cx="2540916" cy="988706"/>
            <a:chOff x="3966237" y="1637280"/>
            <a:chExt cx="2447489" cy="943655"/>
          </a:xfrm>
        </p:grpSpPr>
        <p:pic>
          <p:nvPicPr>
            <p:cNvPr id="1028" name="Picture 4" descr="Timely Icon Images – Browse 3,646 Stock Photos, Vectors, and Video | Adobe  Stock">
              <a:extLst>
                <a:ext uri="{FF2B5EF4-FFF2-40B4-BE49-F238E27FC236}">
                  <a16:creationId xmlns:a16="http://schemas.microsoft.com/office/drawing/2014/main" id="{83C793FD-FDA2-9B3B-E30C-AF05283D5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071" y="1637280"/>
              <a:ext cx="943655" cy="9436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EB42BD-F244-1387-45C4-21EA25612FEA}"/>
                </a:ext>
              </a:extLst>
            </p:cNvPr>
            <p:cNvSpPr/>
            <p:nvPr/>
          </p:nvSpPr>
          <p:spPr>
            <a:xfrm>
              <a:off x="5470071" y="2162514"/>
              <a:ext cx="277586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A206DA-F474-42C8-78C7-BA391D3E5398}"/>
                </a:ext>
              </a:extLst>
            </p:cNvPr>
            <p:cNvSpPr txBox="1"/>
            <p:nvPr/>
          </p:nvSpPr>
          <p:spPr>
            <a:xfrm>
              <a:off x="3966237" y="2070180"/>
              <a:ext cx="18810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INTEGRIDAD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E13A5-19A3-432E-3DDD-60982818E62D}"/>
              </a:ext>
            </a:extLst>
          </p:cNvPr>
          <p:cNvGrpSpPr/>
          <p:nvPr/>
        </p:nvGrpSpPr>
        <p:grpSpPr>
          <a:xfrm>
            <a:off x="8253130" y="1551415"/>
            <a:ext cx="2829716" cy="989820"/>
            <a:chOff x="6641300" y="1644523"/>
            <a:chExt cx="2829716" cy="989820"/>
          </a:xfrm>
        </p:grpSpPr>
        <p:pic>
          <p:nvPicPr>
            <p:cNvPr id="1030" name="Picture 6" descr="Analysis, data, statistics, validity icon - Download on Iconfinder">
              <a:extLst>
                <a:ext uri="{FF2B5EF4-FFF2-40B4-BE49-F238E27FC236}">
                  <a16:creationId xmlns:a16="http://schemas.microsoft.com/office/drawing/2014/main" id="{84F78DB6-8614-9BB9-C334-65A5B9B9E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1196" y="1644523"/>
              <a:ext cx="989820" cy="989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A69CAB-3B96-3348-A710-E1E51C9067D6}"/>
                </a:ext>
              </a:extLst>
            </p:cNvPr>
            <p:cNvGrpSpPr/>
            <p:nvPr/>
          </p:nvGrpSpPr>
          <p:grpSpPr>
            <a:xfrm>
              <a:off x="6641300" y="2098515"/>
              <a:ext cx="2334806" cy="461665"/>
              <a:chOff x="3535687" y="2088654"/>
              <a:chExt cx="2334806" cy="46166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60DC2C7-8A7C-BA86-7E64-9444283887D8}"/>
                  </a:ext>
                </a:extLst>
              </p:cNvPr>
              <p:cNvSpPr/>
              <p:nvPr/>
            </p:nvSpPr>
            <p:spPr>
              <a:xfrm>
                <a:off x="5470071" y="2162514"/>
                <a:ext cx="277586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D67404-010D-A091-56CC-37FAEF7D3B4D}"/>
                  </a:ext>
                </a:extLst>
              </p:cNvPr>
              <p:cNvSpPr txBox="1"/>
              <p:nvPr/>
            </p:nvSpPr>
            <p:spPr>
              <a:xfrm>
                <a:off x="3535687" y="2088654"/>
                <a:ext cx="2334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CONFORMIDAD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2C919E-3265-5C57-D5CB-2DCBD008296B}"/>
              </a:ext>
            </a:extLst>
          </p:cNvPr>
          <p:cNvGrpSpPr/>
          <p:nvPr/>
        </p:nvGrpSpPr>
        <p:grpSpPr>
          <a:xfrm>
            <a:off x="1121554" y="4089529"/>
            <a:ext cx="2750198" cy="881973"/>
            <a:chOff x="554066" y="3733010"/>
            <a:chExt cx="2750198" cy="881973"/>
          </a:xfrm>
        </p:grpSpPr>
        <p:pic>
          <p:nvPicPr>
            <p:cNvPr id="1032" name="Picture 8" descr="Consistency Basic Straight Filled icon">
              <a:extLst>
                <a:ext uri="{FF2B5EF4-FFF2-40B4-BE49-F238E27FC236}">
                  <a16:creationId xmlns:a16="http://schemas.microsoft.com/office/drawing/2014/main" id="{D6AE3C72-5009-4CE3-9D02-D8BA259481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396153">
              <a:off x="2463649" y="3733010"/>
              <a:ext cx="840615" cy="840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C93D943-78A3-2FDD-5896-DC87F7143799}"/>
                </a:ext>
              </a:extLst>
            </p:cNvPr>
            <p:cNvGrpSpPr/>
            <p:nvPr/>
          </p:nvGrpSpPr>
          <p:grpSpPr>
            <a:xfrm>
              <a:off x="554066" y="4153318"/>
              <a:ext cx="2275688" cy="461665"/>
              <a:chOff x="3630702" y="2074488"/>
              <a:chExt cx="2192013" cy="44062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924E9CE-8E3C-4660-7EB1-C182E9557AA9}"/>
                  </a:ext>
                </a:extLst>
              </p:cNvPr>
              <p:cNvSpPr/>
              <p:nvPr/>
            </p:nvSpPr>
            <p:spPr>
              <a:xfrm>
                <a:off x="5470071" y="2162514"/>
                <a:ext cx="277586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18E851-EC25-87EF-53D9-28E04A46C2B9}"/>
                  </a:ext>
                </a:extLst>
              </p:cNvPr>
              <p:cNvSpPr txBox="1"/>
              <p:nvPr/>
            </p:nvSpPr>
            <p:spPr>
              <a:xfrm>
                <a:off x="3630702" y="2074488"/>
                <a:ext cx="2192013" cy="440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CONSISTENCIA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9DF90C9-3051-805B-8615-EED75A039C30}"/>
              </a:ext>
            </a:extLst>
          </p:cNvPr>
          <p:cNvGrpSpPr/>
          <p:nvPr/>
        </p:nvGrpSpPr>
        <p:grpSpPr>
          <a:xfrm>
            <a:off x="4729614" y="4168833"/>
            <a:ext cx="2415310" cy="812221"/>
            <a:chOff x="5227549" y="4695161"/>
            <a:chExt cx="2415310" cy="812221"/>
          </a:xfrm>
        </p:grpSpPr>
        <p:pic>
          <p:nvPicPr>
            <p:cNvPr id="1034" name="Picture 10" descr="Attribute, characteristic, feature, mark, property, uniqueness icon -  Download on Iconfinder">
              <a:extLst>
                <a:ext uri="{FF2B5EF4-FFF2-40B4-BE49-F238E27FC236}">
                  <a16:creationId xmlns:a16="http://schemas.microsoft.com/office/drawing/2014/main" id="{4FAFFE70-D49C-209E-499A-C9E8D283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0638" y="4695161"/>
              <a:ext cx="812221" cy="812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C1AC1E-789D-849B-679C-5BDEEC3722BF}"/>
                </a:ext>
              </a:extLst>
            </p:cNvPr>
            <p:cNvGrpSpPr/>
            <p:nvPr/>
          </p:nvGrpSpPr>
          <p:grpSpPr>
            <a:xfrm>
              <a:off x="5227549" y="4924414"/>
              <a:ext cx="1909755" cy="461665"/>
              <a:chOff x="3787986" y="2074488"/>
              <a:chExt cx="1839534" cy="44062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0A5C699-CF11-D81A-ABEE-742B61E21B46}"/>
                  </a:ext>
                </a:extLst>
              </p:cNvPr>
              <p:cNvSpPr/>
              <p:nvPr/>
            </p:nvSpPr>
            <p:spPr>
              <a:xfrm>
                <a:off x="5214308" y="2156302"/>
                <a:ext cx="277586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F348E3-5E88-A83A-1DEF-1479E4CFD2B8}"/>
                  </a:ext>
                </a:extLst>
              </p:cNvPr>
              <p:cNvSpPr txBox="1"/>
              <p:nvPr/>
            </p:nvSpPr>
            <p:spPr>
              <a:xfrm>
                <a:off x="3787986" y="2074488"/>
                <a:ext cx="1839534" cy="440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DUPLICIDAD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6EA075-0FA7-8B3E-184E-2DD263A968AC}"/>
              </a:ext>
            </a:extLst>
          </p:cNvPr>
          <p:cNvGrpSpPr/>
          <p:nvPr/>
        </p:nvGrpSpPr>
        <p:grpSpPr>
          <a:xfrm>
            <a:off x="8485850" y="3309632"/>
            <a:ext cx="2455335" cy="1219200"/>
            <a:chOff x="8472106" y="3559311"/>
            <a:chExt cx="2455335" cy="1219200"/>
          </a:xfrm>
        </p:grpSpPr>
        <p:pic>
          <p:nvPicPr>
            <p:cNvPr id="1036" name="Picture 12" descr="Accuracy, bullseye, precision, target icon - Download on Iconfinder">
              <a:extLst>
                <a:ext uri="{FF2B5EF4-FFF2-40B4-BE49-F238E27FC236}">
                  <a16:creationId xmlns:a16="http://schemas.microsoft.com/office/drawing/2014/main" id="{E89A7646-92F7-E1EE-00F7-DB8E752859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8241" y="3559311"/>
              <a:ext cx="1219200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07B3A76-ACB7-C68F-1E57-578C8BED3DF7}"/>
                </a:ext>
              </a:extLst>
            </p:cNvPr>
            <p:cNvGrpSpPr/>
            <p:nvPr/>
          </p:nvGrpSpPr>
          <p:grpSpPr>
            <a:xfrm>
              <a:off x="8472106" y="4119206"/>
              <a:ext cx="1706942" cy="461665"/>
              <a:chOff x="3937982" y="2074486"/>
              <a:chExt cx="1644178" cy="44062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E596EA3-A83D-DE4F-C31C-860E8F19789D}"/>
                  </a:ext>
                </a:extLst>
              </p:cNvPr>
              <p:cNvSpPr/>
              <p:nvPr/>
            </p:nvSpPr>
            <p:spPr>
              <a:xfrm>
                <a:off x="5214308" y="2156302"/>
                <a:ext cx="277586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88DC0-90E1-D556-604C-A5823BA92106}"/>
                  </a:ext>
                </a:extLst>
              </p:cNvPr>
              <p:cNvSpPr txBox="1"/>
              <p:nvPr/>
            </p:nvSpPr>
            <p:spPr>
              <a:xfrm>
                <a:off x="3937982" y="2074486"/>
                <a:ext cx="1644178" cy="440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EXACTITUD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30E3AB7-6793-8CD0-1DC9-23CB19A78554}"/>
              </a:ext>
            </a:extLst>
          </p:cNvPr>
          <p:cNvSpPr txBox="1"/>
          <p:nvPr/>
        </p:nvSpPr>
        <p:spPr>
          <a:xfrm>
            <a:off x="802083" y="2689646"/>
            <a:ext cx="323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15246/</a:t>
            </a:r>
            <a:r>
              <a:rPr lang="en-CA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99552 </a:t>
            </a:r>
            <a:r>
              <a:rPr lang="en-CA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datos</a:t>
            </a:r>
            <a:r>
              <a:rPr lang="en-CA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CA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faltantes</a:t>
            </a:r>
            <a:endParaRPr lang="en-CA" b="0" i="0" dirty="0">
              <a:solidFill>
                <a:srgbClr val="202124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07E3EE-C3E1-8C39-B037-A04D1B8BF019}"/>
              </a:ext>
            </a:extLst>
          </p:cNvPr>
          <p:cNvSpPr txBox="1"/>
          <p:nvPr/>
        </p:nvSpPr>
        <p:spPr>
          <a:xfrm>
            <a:off x="1076035" y="3058660"/>
            <a:ext cx="2567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84.7% </a:t>
            </a:r>
            <a:r>
              <a:rPr lang="en-US" dirty="0"/>
              <a:t>de </a:t>
            </a:r>
            <a:r>
              <a:rPr lang="en-US" dirty="0" err="1"/>
              <a:t>completitud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DEA535-8175-BA38-9184-5D586D6559D4}"/>
              </a:ext>
            </a:extLst>
          </p:cNvPr>
          <p:cNvSpPr txBox="1"/>
          <p:nvPr/>
        </p:nvSpPr>
        <p:spPr>
          <a:xfrm>
            <a:off x="8253130" y="2699943"/>
            <a:ext cx="2864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6</a:t>
            </a:r>
            <a:r>
              <a:rPr lang="en-US" dirty="0"/>
              <a:t> </a:t>
            </a:r>
            <a:r>
              <a:rPr lang="en-US" dirty="0" err="1"/>
              <a:t>errores</a:t>
            </a:r>
            <a:r>
              <a:rPr lang="en-US" dirty="0"/>
              <a:t> de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dato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fuera</a:t>
            </a:r>
            <a:r>
              <a:rPr lang="en-US" dirty="0"/>
              <a:t> de </a:t>
            </a:r>
            <a:r>
              <a:rPr lang="en-US" dirty="0" err="1"/>
              <a:t>rango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18A132-B8DF-CB93-4C93-2772B5786CA9}"/>
              </a:ext>
            </a:extLst>
          </p:cNvPr>
          <p:cNvSpPr txBox="1"/>
          <p:nvPr/>
        </p:nvSpPr>
        <p:spPr>
          <a:xfrm>
            <a:off x="1044704" y="4984516"/>
            <a:ext cx="2801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 </a:t>
            </a:r>
            <a:r>
              <a:rPr lang="en-US" dirty="0"/>
              <a:t>hay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contradictorios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E8CB67-59D6-FAC3-AE76-1B342DB16A67}"/>
              </a:ext>
            </a:extLst>
          </p:cNvPr>
          <p:cNvSpPr txBox="1"/>
          <p:nvPr/>
        </p:nvSpPr>
        <p:spPr>
          <a:xfrm>
            <a:off x="4608809" y="5002570"/>
            <a:ext cx="25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 </a:t>
            </a:r>
            <a:r>
              <a:rPr lang="en-US" dirty="0"/>
              <a:t>hay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duplicados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483801-0F52-1EB9-83B6-095B82784924}"/>
              </a:ext>
            </a:extLst>
          </p:cNvPr>
          <p:cNvSpPr txBox="1"/>
          <p:nvPr/>
        </p:nvSpPr>
        <p:spPr>
          <a:xfrm>
            <a:off x="4443354" y="2755297"/>
            <a:ext cx="3233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 asume integridad por ser datos del </a:t>
            </a:r>
            <a:r>
              <a:rPr lang="es-US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WHO </a:t>
            </a:r>
            <a:r>
              <a:rPr lang="es-US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 la </a:t>
            </a:r>
            <a:r>
              <a:rPr lang="es-US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UNESCO</a:t>
            </a:r>
            <a:endParaRPr lang="en-CA" i="0" dirty="0">
              <a:solidFill>
                <a:srgbClr val="202124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E033C1-4559-0D40-A65D-15B08D2733D4}"/>
              </a:ext>
            </a:extLst>
          </p:cNvPr>
          <p:cNvSpPr txBox="1"/>
          <p:nvPr/>
        </p:nvSpPr>
        <p:spPr>
          <a:xfrm>
            <a:off x="8228295" y="4429422"/>
            <a:ext cx="2912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une_life</a:t>
            </a:r>
            <a:r>
              <a:rPr lang="en-US" dirty="0"/>
              <a:t> y </a:t>
            </a:r>
            <a:r>
              <a:rPr lang="en-US" dirty="0" err="1"/>
              <a:t>life_expect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une_gni</a:t>
            </a:r>
            <a:r>
              <a:rPr lang="en-US" dirty="0"/>
              <a:t> y </a:t>
            </a:r>
            <a:r>
              <a:rPr lang="en-US" dirty="0" err="1"/>
              <a:t>gni_capita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une_infant</a:t>
            </a:r>
            <a:r>
              <a:rPr lang="en-US" dirty="0"/>
              <a:t> e </a:t>
            </a:r>
            <a:r>
              <a:rPr lang="en-US" dirty="0" err="1"/>
              <a:t>infant_mort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Representan</a:t>
            </a:r>
            <a:r>
              <a:rPr lang="en-US" dirty="0"/>
              <a:t> lo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</p:txBody>
      </p:sp>
      <p:pic>
        <p:nvPicPr>
          <p:cNvPr id="40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AB2EBDC4-E674-C3AD-9E7D-4D624FF480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14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944D-4A6B-9BB7-B22A-9CDE6B23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PREPARACIÓN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CDF48-1412-97FB-F652-99F5F3D9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50218"/>
            <a:ext cx="3701143" cy="449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PREPROCESAMIENTO: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312163-1E00-FF7E-34FD-5F6DFB504668}"/>
              </a:ext>
            </a:extLst>
          </p:cNvPr>
          <p:cNvSpPr txBox="1">
            <a:spLocks/>
          </p:cNvSpPr>
          <p:nvPr/>
        </p:nvSpPr>
        <p:spPr>
          <a:xfrm>
            <a:off x="853022" y="1867855"/>
            <a:ext cx="3897086" cy="44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/>
              <a:t>Correcciones</a:t>
            </a:r>
            <a:r>
              <a:rPr lang="en-US" sz="2000" b="1" dirty="0"/>
              <a:t>:  </a:t>
            </a:r>
            <a:r>
              <a:rPr lang="en-US" sz="1800" dirty="0" err="1"/>
              <a:t>basic_water</a:t>
            </a:r>
            <a:r>
              <a:rPr lang="en-US" sz="1800" dirty="0"/>
              <a:t> &gt; 100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6230E-B86A-CEA0-0431-0150ADA6071A}"/>
              </a:ext>
            </a:extLst>
          </p:cNvPr>
          <p:cNvSpPr txBox="1"/>
          <p:nvPr/>
        </p:nvSpPr>
        <p:spPr>
          <a:xfrm>
            <a:off x="838198" y="2238164"/>
            <a:ext cx="3701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 err="1"/>
              <a:t>Selección</a:t>
            </a:r>
            <a:r>
              <a:rPr lang="en-US" sz="2000" b="1" dirty="0"/>
              <a:t> de </a:t>
            </a:r>
            <a:r>
              <a:rPr lang="en-US" sz="2000" b="1" dirty="0" err="1"/>
              <a:t>filas</a:t>
            </a:r>
            <a:r>
              <a:rPr lang="en-US" sz="2000" b="1" dirty="0"/>
              <a:t> y </a:t>
            </a:r>
            <a:r>
              <a:rPr lang="en-US" sz="2000" b="1" dirty="0" err="1"/>
              <a:t>columnas</a:t>
            </a:r>
            <a:r>
              <a:rPr lang="en-US" sz="2000" b="1" dirty="0"/>
              <a:t>:</a:t>
            </a:r>
            <a:endParaRPr 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85A693-F6FF-40C3-5A62-A012A8409961}"/>
              </a:ext>
            </a:extLst>
          </p:cNvPr>
          <p:cNvSpPr txBox="1"/>
          <p:nvPr/>
        </p:nvSpPr>
        <p:spPr>
          <a:xfrm>
            <a:off x="838200" y="4868467"/>
            <a:ext cx="3809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 err="1"/>
              <a:t>Filas</a:t>
            </a:r>
            <a:r>
              <a:rPr lang="en-US" sz="1600" dirty="0"/>
              <a:t> </a:t>
            </a:r>
            <a:r>
              <a:rPr lang="en-US" sz="1600" dirty="0" err="1"/>
              <a:t>eliminadas</a:t>
            </a:r>
            <a:r>
              <a:rPr lang="en-US" sz="1600" dirty="0"/>
              <a:t>: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E0E19F-2A4F-A04A-F568-B2E8AEEFA365}"/>
              </a:ext>
            </a:extLst>
          </p:cNvPr>
          <p:cNvGrpSpPr/>
          <p:nvPr/>
        </p:nvGrpSpPr>
        <p:grpSpPr>
          <a:xfrm>
            <a:off x="838199" y="2944002"/>
            <a:ext cx="4124643" cy="1903534"/>
            <a:chOff x="896567" y="3113111"/>
            <a:chExt cx="4124643" cy="190353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8E0C5E-6678-725A-4191-2A08742CF4B7}"/>
                </a:ext>
              </a:extLst>
            </p:cNvPr>
            <p:cNvSpPr txBox="1"/>
            <p:nvPr/>
          </p:nvSpPr>
          <p:spPr>
            <a:xfrm>
              <a:off x="1396267" y="3113111"/>
              <a:ext cx="3624943" cy="19035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 err="1"/>
                <a:t>une_life</a:t>
              </a:r>
              <a:r>
                <a:rPr lang="en-US" sz="1600" dirty="0"/>
                <a:t>, </a:t>
              </a:r>
              <a:r>
                <a:rPr lang="en-US" sz="1600" dirty="0" err="1"/>
                <a:t>une_infant</a:t>
              </a:r>
              <a:r>
                <a:rPr lang="en-US" sz="1600" dirty="0"/>
                <a:t>, </a:t>
              </a:r>
              <a:r>
                <a:rPr lang="en-US" sz="1600" dirty="0" err="1"/>
                <a:t>gni_capita</a:t>
              </a:r>
              <a:endParaRPr lang="en-US" sz="1600" dirty="0"/>
            </a:p>
            <a:p>
              <a:pPr>
                <a:lnSpc>
                  <a:spcPct val="150000"/>
                </a:lnSpc>
              </a:pPr>
              <a:r>
                <a:rPr lang="en-US" sz="1600" dirty="0"/>
                <a:t>hospitals, </a:t>
              </a:r>
              <a:r>
                <a:rPr lang="en-US" sz="1600" dirty="0" err="1"/>
                <a:t>une_literacy</a:t>
              </a:r>
              <a:r>
                <a:rPr lang="en-US" sz="1600" dirty="0"/>
                <a:t>, </a:t>
              </a:r>
              <a:r>
                <a:rPr lang="en-US" sz="1600" dirty="0" err="1"/>
                <a:t>une_school</a:t>
              </a:r>
              <a:r>
                <a:rPr lang="en-US" sz="1600" dirty="0"/>
                <a:t>, </a:t>
              </a:r>
              <a:r>
                <a:rPr lang="en-US" sz="1600" dirty="0" err="1"/>
                <a:t>une_poverty</a:t>
              </a:r>
              <a:endParaRPr lang="en-US" sz="1600" dirty="0"/>
            </a:p>
            <a:p>
              <a:pPr>
                <a:lnSpc>
                  <a:spcPct val="150000"/>
                </a:lnSpc>
              </a:pPr>
              <a:r>
                <a:rPr lang="en-US" sz="1600" dirty="0"/>
                <a:t> life_exp60, </a:t>
              </a:r>
              <a:r>
                <a:rPr lang="en-US" sz="1600" dirty="0" err="1"/>
                <a:t>infant_mort</a:t>
              </a:r>
              <a:r>
                <a:rPr lang="en-US" sz="1600" dirty="0"/>
                <a:t>, </a:t>
              </a:r>
              <a:r>
                <a:rPr lang="en-US" sz="1600" dirty="0" err="1"/>
                <a:t>adult_mortality</a:t>
              </a:r>
              <a:r>
                <a:rPr lang="en-US" sz="1600" dirty="0"/>
                <a:t>, age1-4mort</a:t>
              </a:r>
            </a:p>
          </p:txBody>
        </p:sp>
        <p:pic>
          <p:nvPicPr>
            <p:cNvPr id="11" name="Picture 12" descr="Accuracy, bullseye, precision, target icon - Download on Iconfinder">
              <a:extLst>
                <a:ext uri="{FF2B5EF4-FFF2-40B4-BE49-F238E27FC236}">
                  <a16:creationId xmlns:a16="http://schemas.microsoft.com/office/drawing/2014/main" id="{D2BA158D-9F5D-D1AC-82D7-CE9183673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225" y="3180319"/>
              <a:ext cx="499700" cy="499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Completeness Icons - Free SVG &amp; PNG Completeness Images - Noun Project">
              <a:extLst>
                <a:ext uri="{FF2B5EF4-FFF2-40B4-BE49-F238E27FC236}">
                  <a16:creationId xmlns:a16="http://schemas.microsoft.com/office/drawing/2014/main" id="{344A486F-2348-67BD-06D9-108541D02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504" y="3739990"/>
              <a:ext cx="499700" cy="499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Important regular - User Interface &amp; Gesture Icons">
              <a:extLst>
                <a:ext uri="{FF2B5EF4-FFF2-40B4-BE49-F238E27FC236}">
                  <a16:creationId xmlns:a16="http://schemas.microsoft.com/office/drawing/2014/main" id="{344E4AAA-8C58-7026-5998-4C606D954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884" y="4334667"/>
              <a:ext cx="632880" cy="63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1F964C5-36E3-74D4-62BF-B19C1E0CF77A}"/>
                </a:ext>
              </a:extLst>
            </p:cNvPr>
            <p:cNvSpPr/>
            <p:nvPr/>
          </p:nvSpPr>
          <p:spPr>
            <a:xfrm>
              <a:off x="896567" y="3180319"/>
              <a:ext cx="3810000" cy="1836326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E2FABC-26AB-420C-1213-E83494EE6DAB}"/>
              </a:ext>
            </a:extLst>
          </p:cNvPr>
          <p:cNvGrpSpPr/>
          <p:nvPr/>
        </p:nvGrpSpPr>
        <p:grpSpPr>
          <a:xfrm>
            <a:off x="838199" y="5157247"/>
            <a:ext cx="4124644" cy="795539"/>
            <a:chOff x="896566" y="5384941"/>
            <a:chExt cx="4124644" cy="79553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6F7A0A-72B8-8E17-BADD-1BA044CB31D7}"/>
                </a:ext>
              </a:extLst>
            </p:cNvPr>
            <p:cNvSpPr txBox="1"/>
            <p:nvPr/>
          </p:nvSpPr>
          <p:spPr>
            <a:xfrm>
              <a:off x="1396267" y="5384941"/>
              <a:ext cx="3624943" cy="7955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dirty="0"/>
                <a:t>South Sudan, Somalia, Democratic People’s Republic of Korea, Sudan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A730F57-964F-F512-3BE1-FD11C2C65F99}"/>
                </a:ext>
              </a:extLst>
            </p:cNvPr>
            <p:cNvGrpSpPr/>
            <p:nvPr/>
          </p:nvGrpSpPr>
          <p:grpSpPr>
            <a:xfrm>
              <a:off x="896566" y="5501349"/>
              <a:ext cx="3810000" cy="644618"/>
              <a:chOff x="896566" y="5501349"/>
              <a:chExt cx="3810000" cy="644618"/>
            </a:xfrm>
          </p:grpSpPr>
          <p:pic>
            <p:nvPicPr>
              <p:cNvPr id="16" name="Picture 2" descr="Completeness Icons - Free SVG &amp; PNG Completeness Images - Noun Project">
                <a:extLst>
                  <a:ext uri="{FF2B5EF4-FFF2-40B4-BE49-F238E27FC236}">
                    <a16:creationId xmlns:a16="http://schemas.microsoft.com/office/drawing/2014/main" id="{502FB35A-D478-5D1D-3E80-BC98A1644F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9225" y="5587518"/>
                <a:ext cx="499700" cy="4990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38EF10F-B37F-052D-21D0-4542538837C0}"/>
                  </a:ext>
                </a:extLst>
              </p:cNvPr>
              <p:cNvSpPr/>
              <p:nvPr/>
            </p:nvSpPr>
            <p:spPr>
              <a:xfrm>
                <a:off x="896566" y="5501349"/>
                <a:ext cx="3810000" cy="644618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5BA36D2-0183-90BB-8080-B41EFA4C0CDD}"/>
              </a:ext>
            </a:extLst>
          </p:cNvPr>
          <p:cNvSpPr txBox="1">
            <a:spLocks/>
          </p:cNvSpPr>
          <p:nvPr/>
        </p:nvSpPr>
        <p:spPr>
          <a:xfrm>
            <a:off x="838199" y="6057159"/>
            <a:ext cx="5135163" cy="3817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 err="1"/>
              <a:t>Imputación</a:t>
            </a:r>
            <a:r>
              <a:rPr lang="en-US" sz="2000" b="1" dirty="0"/>
              <a:t>: </a:t>
            </a:r>
            <a:r>
              <a:rPr lang="en-US" sz="1800" dirty="0" err="1"/>
              <a:t>Interpolación</a:t>
            </a:r>
            <a:r>
              <a:rPr lang="en-US" sz="1800" dirty="0"/>
              <a:t> y </a:t>
            </a:r>
            <a:r>
              <a:rPr lang="en-US" sz="1800" dirty="0" err="1"/>
              <a:t>promedio</a:t>
            </a:r>
            <a:r>
              <a:rPr lang="en-US" sz="1800" dirty="0"/>
              <a:t> </a:t>
            </a:r>
            <a:r>
              <a:rPr lang="en-US" sz="1800" dirty="0" err="1"/>
              <a:t>por</a:t>
            </a:r>
            <a:r>
              <a:rPr lang="en-US" sz="1800" dirty="0"/>
              <a:t> </a:t>
            </a:r>
            <a:r>
              <a:rPr lang="en-US" sz="1800" dirty="0" err="1"/>
              <a:t>región</a:t>
            </a:r>
            <a:endParaRPr lang="en-US" sz="18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ED9D4D2-8C5D-45AC-8FC0-F55B8E0444AC}"/>
              </a:ext>
            </a:extLst>
          </p:cNvPr>
          <p:cNvSpPr txBox="1">
            <a:spLocks/>
          </p:cNvSpPr>
          <p:nvPr/>
        </p:nvSpPr>
        <p:spPr>
          <a:xfrm>
            <a:off x="6729367" y="1450218"/>
            <a:ext cx="4005540" cy="240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/>
              <a:t>Outliers: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45FC25-0C9F-C8E4-467A-A85DA3002E8D}"/>
              </a:ext>
            </a:extLst>
          </p:cNvPr>
          <p:cNvSpPr txBox="1"/>
          <p:nvPr/>
        </p:nvSpPr>
        <p:spPr>
          <a:xfrm>
            <a:off x="6564087" y="1782224"/>
            <a:ext cx="43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Distancia</a:t>
            </a:r>
            <a:r>
              <a:rPr lang="en-US" b="1" dirty="0"/>
              <a:t> de </a:t>
            </a:r>
            <a:r>
              <a:rPr lang="en-US" b="1" dirty="0" err="1"/>
              <a:t>Mahalanobis</a:t>
            </a:r>
            <a:r>
              <a:rPr lang="en-US" b="1" dirty="0"/>
              <a:t>: </a:t>
            </a:r>
            <a:r>
              <a:rPr lang="en-US" dirty="0"/>
              <a:t>254 outliers</a:t>
            </a:r>
          </a:p>
        </p:txBody>
      </p:sp>
      <p:pic>
        <p:nvPicPr>
          <p:cNvPr id="24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07ABE7B4-2129-09C7-9E9F-65BA099FA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A6889-F29B-473F-8F8A-5AE03452C28D}"/>
              </a:ext>
            </a:extLst>
          </p:cNvPr>
          <p:cNvSpPr txBox="1"/>
          <p:nvPr/>
        </p:nvSpPr>
        <p:spPr>
          <a:xfrm>
            <a:off x="838199" y="2668875"/>
            <a:ext cx="381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 err="1"/>
              <a:t>Columnas</a:t>
            </a:r>
            <a:r>
              <a:rPr lang="en-US" sz="1600" dirty="0"/>
              <a:t> </a:t>
            </a:r>
            <a:r>
              <a:rPr lang="en-US" sz="1600" dirty="0" err="1"/>
              <a:t>eliminadas</a:t>
            </a:r>
            <a:r>
              <a:rPr lang="en-US" sz="1600" dirty="0"/>
              <a:t>: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F33AD47-942E-AAA2-37B6-2A02760AE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821" y="2257998"/>
            <a:ext cx="3897086" cy="17491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12635EE-00BB-8A4B-EF6C-FB5ACC7E83F5}"/>
              </a:ext>
            </a:extLst>
          </p:cNvPr>
          <p:cNvSpPr txBox="1"/>
          <p:nvPr/>
        </p:nvSpPr>
        <p:spPr>
          <a:xfrm>
            <a:off x="6837820" y="4113555"/>
            <a:ext cx="3809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DBSCAN Clustering: </a:t>
            </a:r>
            <a:r>
              <a:rPr lang="en-US" dirty="0"/>
              <a:t>245 outliers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0D432BF-B94B-648A-4715-5CF392626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7820" y="4573273"/>
            <a:ext cx="3809999" cy="179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3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7C7222-2A50-3AEC-D6BA-092B32042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796"/>
            <a:ext cx="4256314" cy="449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IMPORTANCIA DE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1CFF1-6299-A385-4F36-11066D6490BD}"/>
              </a:ext>
            </a:extLst>
          </p:cNvPr>
          <p:cNvSpPr txBox="1"/>
          <p:nvPr/>
        </p:nvSpPr>
        <p:spPr>
          <a:xfrm>
            <a:off x="838200" y="1283500"/>
            <a:ext cx="43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/>
              <a:t>Correlación</a:t>
            </a:r>
            <a:r>
              <a:rPr lang="en-US" b="1" dirty="0"/>
              <a:t> de Pearson: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2100F-CC55-2E9C-A964-AD22962ED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2989"/>
            <a:ext cx="5009707" cy="38459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92A7FE-D854-D601-06E8-1551002763CD}"/>
              </a:ext>
            </a:extLst>
          </p:cNvPr>
          <p:cNvSpPr txBox="1"/>
          <p:nvPr/>
        </p:nvSpPr>
        <p:spPr>
          <a:xfrm>
            <a:off x="6267978" y="1283500"/>
            <a:ext cx="434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/>
              <a:t>Correlación</a:t>
            </a:r>
            <a:r>
              <a:rPr lang="en-US" b="1" dirty="0"/>
              <a:t> de Spearman: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30CD99-ED66-03EB-AB22-A6F4FE461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978" y="1732989"/>
            <a:ext cx="5085822" cy="3909952"/>
          </a:xfrm>
          <a:prstGeom prst="rect">
            <a:avLst/>
          </a:prstGeom>
        </p:spPr>
      </p:pic>
      <p:pic>
        <p:nvPicPr>
          <p:cNvPr id="11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395EC7B4-9FD6-E9E6-6B82-6CF14926C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32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4652B3-76A6-8F06-0DB1-60D616E8376B}"/>
              </a:ext>
            </a:extLst>
          </p:cNvPr>
          <p:cNvSpPr txBox="1">
            <a:spLocks/>
          </p:cNvSpPr>
          <p:nvPr/>
        </p:nvSpPr>
        <p:spPr>
          <a:xfrm>
            <a:off x="838200" y="856796"/>
            <a:ext cx="4256314" cy="44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/>
              <a:t>IMPORTANCIA DE VARIABLES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24CD6-2EDE-8181-FC58-BE9CFF026566}"/>
              </a:ext>
            </a:extLst>
          </p:cNvPr>
          <p:cNvSpPr txBox="1"/>
          <p:nvPr/>
        </p:nvSpPr>
        <p:spPr>
          <a:xfrm>
            <a:off x="838200" y="1306285"/>
            <a:ext cx="4960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Diferencia</a:t>
            </a:r>
            <a:r>
              <a:rPr lang="en-US" b="1" dirty="0"/>
              <a:t> Pearson-Spearman: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1DB7D3-7F88-19AD-9193-19429975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3602"/>
            <a:ext cx="4960329" cy="3748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6BC80-2C33-B9AF-901F-15800C224A5E}"/>
              </a:ext>
            </a:extLst>
          </p:cNvPr>
          <p:cNvSpPr txBox="1"/>
          <p:nvPr/>
        </p:nvSpPr>
        <p:spPr>
          <a:xfrm>
            <a:off x="838200" y="5228549"/>
            <a:ext cx="43338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Causas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Relaciones</a:t>
            </a:r>
            <a:r>
              <a:rPr lang="en-US" dirty="0"/>
              <a:t> no </a:t>
            </a:r>
            <a:r>
              <a:rPr lang="en-US" dirty="0" err="1"/>
              <a:t>lineales</a:t>
            </a:r>
            <a:r>
              <a:rPr lang="en-US" dirty="0"/>
              <a:t> </a:t>
            </a:r>
            <a:r>
              <a:rPr lang="en-US" dirty="0" err="1"/>
              <a:t>predominantes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Presencia</a:t>
            </a:r>
            <a:r>
              <a:rPr lang="en-US" dirty="0"/>
              <a:t> de outliers.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AF01F-8436-7E02-B40A-2E028028896B}"/>
              </a:ext>
            </a:extLst>
          </p:cNvPr>
          <p:cNvSpPr txBox="1"/>
          <p:nvPr/>
        </p:nvSpPr>
        <p:spPr>
          <a:xfrm>
            <a:off x="6096000" y="1306285"/>
            <a:ext cx="4960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Correlación</a:t>
            </a:r>
            <a:r>
              <a:rPr lang="en-US" b="1" dirty="0"/>
              <a:t> </a:t>
            </a:r>
            <a:r>
              <a:rPr lang="en-US" b="1" dirty="0" err="1"/>
              <a:t>Parcial</a:t>
            </a:r>
            <a:r>
              <a:rPr lang="en-US" b="1" dirty="0"/>
              <a:t>: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CAA908-3B20-6E18-00E9-2388F806C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3602"/>
            <a:ext cx="5752699" cy="34249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26B885-FC04-BA2C-0D6D-2A8EFBB0A662}"/>
              </a:ext>
            </a:extLst>
          </p:cNvPr>
          <p:cNvSpPr txBox="1"/>
          <p:nvPr/>
        </p:nvSpPr>
        <p:spPr>
          <a:xfrm>
            <a:off x="6095999" y="5228549"/>
            <a:ext cx="5752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Multicolinealidad</a:t>
            </a:r>
            <a:r>
              <a:rPr lang="en-US" b="1" dirty="0"/>
              <a:t> exacta </a:t>
            </a:r>
            <a:r>
              <a:rPr lang="en-US" dirty="0"/>
              <a:t>entre variables de region.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8AF7FC-ED45-CB54-A659-921D3D52D6DD}"/>
                  </a:ext>
                </a:extLst>
              </p:cNvPr>
              <p:cNvSpPr txBox="1"/>
              <p:nvPr/>
            </p:nvSpPr>
            <p:spPr>
              <a:xfrm>
                <a:off x="6185171" y="5551715"/>
                <a:ext cx="35030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8AF7FC-ED45-CB54-A659-921D3D52D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171" y="5551715"/>
                <a:ext cx="3503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5C58AE3-ED51-CE3D-214C-B5F2B502D779}"/>
              </a:ext>
            </a:extLst>
          </p:cNvPr>
          <p:cNvSpPr txBox="1"/>
          <p:nvPr/>
        </p:nvSpPr>
        <p:spPr>
          <a:xfrm>
            <a:off x="6535478" y="5551715"/>
            <a:ext cx="53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 </a:t>
            </a:r>
            <a:r>
              <a:rPr lang="en-US" dirty="0" err="1"/>
              <a:t>linealmente</a:t>
            </a:r>
            <a:r>
              <a:rPr lang="en-US" dirty="0"/>
              <a:t> </a:t>
            </a:r>
            <a:r>
              <a:rPr lang="en-US" dirty="0" err="1"/>
              <a:t>dependientes</a:t>
            </a:r>
            <a:r>
              <a:rPr lang="en-US" dirty="0"/>
              <a:t> y no </a:t>
            </a:r>
            <a:r>
              <a:rPr lang="en-US" dirty="0" err="1"/>
              <a:t>aportan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nueva</a:t>
            </a:r>
            <a:r>
              <a:rPr lang="en-US" dirty="0"/>
              <a:t>.</a:t>
            </a:r>
          </a:p>
        </p:txBody>
      </p:sp>
      <p:pic>
        <p:nvPicPr>
          <p:cNvPr id="16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D25B60E0-0446-1F5F-B335-4DEE6C3CE1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44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160F0-2543-DC7C-06D4-524004929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796"/>
            <a:ext cx="5257800" cy="44948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IMPORTANCIA CON ÁRBOLES DE DECISIÓN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A642F-6096-8A0E-2D36-8DC65D27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3370"/>
            <a:ext cx="4157846" cy="4808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50F1D2-D679-9D8C-F636-63586D80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371" y="1393370"/>
            <a:ext cx="6368143" cy="37582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F85997-84DB-ACEE-EFF6-8C132518D2EE}"/>
              </a:ext>
            </a:extLst>
          </p:cNvPr>
          <p:cNvSpPr txBox="1"/>
          <p:nvPr/>
        </p:nvSpPr>
        <p:spPr>
          <a:xfrm>
            <a:off x="5826642" y="5183294"/>
            <a:ext cx="508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Variables </a:t>
            </a:r>
            <a:r>
              <a:rPr lang="en-US" b="1" dirty="0" err="1"/>
              <a:t>eliminadas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backward selection: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03688E-B209-D408-75D1-19642C3259B9}"/>
              </a:ext>
            </a:extLst>
          </p:cNvPr>
          <p:cNvSpPr txBox="1"/>
          <p:nvPr/>
        </p:nvSpPr>
        <p:spPr>
          <a:xfrm>
            <a:off x="5826642" y="5552626"/>
            <a:ext cx="5287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Eastern Mediterranean, South-East Asia, Americas, Europe, Western Pacific</a:t>
            </a:r>
          </a:p>
        </p:txBody>
      </p:sp>
      <p:pic>
        <p:nvPicPr>
          <p:cNvPr id="9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AF0DA695-90B1-0FFB-077E-FD6665711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62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66F272-063E-8743-735C-513A23B80781}"/>
              </a:ext>
            </a:extLst>
          </p:cNvPr>
          <p:cNvSpPr txBox="1">
            <a:spLocks/>
          </p:cNvSpPr>
          <p:nvPr/>
        </p:nvSpPr>
        <p:spPr>
          <a:xfrm>
            <a:off x="838200" y="856796"/>
            <a:ext cx="5257800" cy="44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PCA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567CD4-8109-6778-6E23-6B23D377B08E}"/>
              </a:ext>
            </a:extLst>
          </p:cNvPr>
          <p:cNvSpPr txBox="1"/>
          <p:nvPr/>
        </p:nvSpPr>
        <p:spPr>
          <a:xfrm>
            <a:off x="838200" y="1306285"/>
            <a:ext cx="4960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2 </a:t>
            </a:r>
            <a:r>
              <a:rPr lang="en-US" b="1" dirty="0" err="1"/>
              <a:t>Componentes</a:t>
            </a:r>
            <a:r>
              <a:rPr lang="en-US" b="1" dirty="0"/>
              <a:t> </a:t>
            </a:r>
            <a:r>
              <a:rPr lang="en-US" b="1" dirty="0" err="1"/>
              <a:t>Principales</a:t>
            </a:r>
            <a:r>
              <a:rPr lang="en-US" b="1" dirty="0"/>
              <a:t>: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92004-EF93-C474-1A73-3107A9AD62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463"/>
          <a:stretch/>
        </p:blipFill>
        <p:spPr>
          <a:xfrm>
            <a:off x="838200" y="1671716"/>
            <a:ext cx="4156344" cy="2660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90777-D8BD-5CC4-7F97-C09DF01160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136" t="7676" b="54807"/>
          <a:stretch/>
        </p:blipFill>
        <p:spPr>
          <a:xfrm>
            <a:off x="4994544" y="1755774"/>
            <a:ext cx="1330842" cy="1404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2D6A0B-974F-CB9C-CC22-0D7BF62BA118}"/>
              </a:ext>
            </a:extLst>
          </p:cNvPr>
          <p:cNvSpPr txBox="1"/>
          <p:nvPr/>
        </p:nvSpPr>
        <p:spPr>
          <a:xfrm>
            <a:off x="6785002" y="1304697"/>
            <a:ext cx="3432544" cy="36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3 </a:t>
            </a:r>
            <a:r>
              <a:rPr lang="en-US" b="1" dirty="0" err="1"/>
              <a:t>Componentes</a:t>
            </a:r>
            <a:r>
              <a:rPr lang="en-US" b="1" dirty="0"/>
              <a:t> </a:t>
            </a:r>
            <a:r>
              <a:rPr lang="en-US" b="1" dirty="0" err="1"/>
              <a:t>Principales</a:t>
            </a:r>
            <a:r>
              <a:rPr lang="en-US" b="1" dirty="0"/>
              <a:t>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B08A5D-55A1-5112-3E71-BE29DED09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02" r="16927"/>
          <a:stretch/>
        </p:blipFill>
        <p:spPr>
          <a:xfrm>
            <a:off x="6785003" y="1745437"/>
            <a:ext cx="2975344" cy="2586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69BF1D-1AEB-9D33-3376-C35F6D9CFE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275"/>
          <a:stretch/>
        </p:blipFill>
        <p:spPr>
          <a:xfrm>
            <a:off x="9805638" y="1745437"/>
            <a:ext cx="411908" cy="2586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351863-F183-F373-69C8-B3DA66DBDA04}"/>
              </a:ext>
            </a:extLst>
          </p:cNvPr>
          <p:cNvSpPr txBox="1"/>
          <p:nvPr/>
        </p:nvSpPr>
        <p:spPr>
          <a:xfrm>
            <a:off x="838199" y="4697209"/>
            <a:ext cx="4960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6 </a:t>
            </a:r>
            <a:r>
              <a:rPr lang="en-US" b="1" dirty="0" err="1"/>
              <a:t>Componentes</a:t>
            </a:r>
            <a:r>
              <a:rPr lang="en-US" b="1" dirty="0"/>
              <a:t> </a:t>
            </a:r>
            <a:r>
              <a:rPr lang="en-US" b="1" dirty="0" err="1"/>
              <a:t>Principales</a:t>
            </a:r>
            <a:r>
              <a:rPr lang="en-US" b="1" dirty="0"/>
              <a:t>: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C9530F-B872-F0B2-B793-C430F7FEBCF3}"/>
              </a:ext>
            </a:extLst>
          </p:cNvPr>
          <p:cNvSpPr txBox="1"/>
          <p:nvPr/>
        </p:nvSpPr>
        <p:spPr>
          <a:xfrm>
            <a:off x="838199" y="5095631"/>
            <a:ext cx="4466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Varianza</a:t>
            </a:r>
            <a:r>
              <a:rPr lang="en-US" dirty="0"/>
              <a:t> </a:t>
            </a:r>
            <a:r>
              <a:rPr lang="en-US" dirty="0" err="1"/>
              <a:t>explicada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: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59B612B-0039-7272-015F-3443FAEBD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742413"/>
              </p:ext>
            </p:extLst>
          </p:nvPr>
        </p:nvGraphicFramePr>
        <p:xfrm>
          <a:off x="842673" y="5497508"/>
          <a:ext cx="4462326" cy="741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43721">
                  <a:extLst>
                    <a:ext uri="{9D8B030D-6E8A-4147-A177-3AD203B41FA5}">
                      <a16:colId xmlns:a16="http://schemas.microsoft.com/office/drawing/2014/main" val="2173151367"/>
                    </a:ext>
                  </a:extLst>
                </a:gridCol>
                <a:gridCol w="743721">
                  <a:extLst>
                    <a:ext uri="{9D8B030D-6E8A-4147-A177-3AD203B41FA5}">
                      <a16:colId xmlns:a16="http://schemas.microsoft.com/office/drawing/2014/main" val="3587162872"/>
                    </a:ext>
                  </a:extLst>
                </a:gridCol>
                <a:gridCol w="743721">
                  <a:extLst>
                    <a:ext uri="{9D8B030D-6E8A-4147-A177-3AD203B41FA5}">
                      <a16:colId xmlns:a16="http://schemas.microsoft.com/office/drawing/2014/main" val="681870327"/>
                    </a:ext>
                  </a:extLst>
                </a:gridCol>
                <a:gridCol w="743721">
                  <a:extLst>
                    <a:ext uri="{9D8B030D-6E8A-4147-A177-3AD203B41FA5}">
                      <a16:colId xmlns:a16="http://schemas.microsoft.com/office/drawing/2014/main" val="2295579882"/>
                    </a:ext>
                  </a:extLst>
                </a:gridCol>
                <a:gridCol w="743721">
                  <a:extLst>
                    <a:ext uri="{9D8B030D-6E8A-4147-A177-3AD203B41FA5}">
                      <a16:colId xmlns:a16="http://schemas.microsoft.com/office/drawing/2014/main" val="1826392706"/>
                    </a:ext>
                  </a:extLst>
                </a:gridCol>
                <a:gridCol w="743721">
                  <a:extLst>
                    <a:ext uri="{9D8B030D-6E8A-4147-A177-3AD203B41FA5}">
                      <a16:colId xmlns:a16="http://schemas.microsoft.com/office/drawing/2014/main" val="2674489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9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09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BD82295-1C78-1127-6BC7-DC9750897E90}"/>
              </a:ext>
            </a:extLst>
          </p:cNvPr>
          <p:cNvSpPr txBox="1"/>
          <p:nvPr/>
        </p:nvSpPr>
        <p:spPr>
          <a:xfrm>
            <a:off x="6325386" y="5077002"/>
            <a:ext cx="4994543" cy="367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Varianza</a:t>
            </a:r>
            <a:r>
              <a:rPr lang="en-US" dirty="0"/>
              <a:t> total </a:t>
            </a:r>
            <a:r>
              <a:rPr lang="en-US" dirty="0" err="1"/>
              <a:t>explicada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las 6 components: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6E371-CBBC-EF99-C1D6-6268F7DECBBB}"/>
              </a:ext>
            </a:extLst>
          </p:cNvPr>
          <p:cNvSpPr txBox="1"/>
          <p:nvPr/>
        </p:nvSpPr>
        <p:spPr>
          <a:xfrm>
            <a:off x="6325386" y="5464963"/>
            <a:ext cx="4743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 70.495%</a:t>
            </a:r>
          </a:p>
        </p:txBody>
      </p:sp>
      <p:pic>
        <p:nvPicPr>
          <p:cNvPr id="19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B4558CFA-C81B-216D-65AD-408302476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78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117B-38A4-F6D1-5C17-10237503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MODELACIÓN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145746-0156-CC30-C81E-26235DF22A69}"/>
              </a:ext>
            </a:extLst>
          </p:cNvPr>
          <p:cNvSpPr txBox="1"/>
          <p:nvPr/>
        </p:nvSpPr>
        <p:spPr>
          <a:xfrm>
            <a:off x="838199" y="5722998"/>
            <a:ext cx="8540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b="1" dirty="0"/>
              <a:t>MODELO SELECCIONADO: </a:t>
            </a:r>
            <a:r>
              <a:rPr lang="es-US" dirty="0" err="1"/>
              <a:t>Random</a:t>
            </a:r>
            <a:r>
              <a:rPr lang="es-US" dirty="0"/>
              <a:t> Forest entrenado con variables seleccionadas.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CBDD1C-6961-FA07-64B4-EFC35B80FFA8}"/>
              </a:ext>
            </a:extLst>
          </p:cNvPr>
          <p:cNvSpPr/>
          <p:nvPr/>
        </p:nvSpPr>
        <p:spPr>
          <a:xfrm>
            <a:off x="8455066" y="2017428"/>
            <a:ext cx="219894" cy="393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B7FFC-9991-567C-4C65-631950624573}"/>
              </a:ext>
            </a:extLst>
          </p:cNvPr>
          <p:cNvSpPr txBox="1"/>
          <p:nvPr/>
        </p:nvSpPr>
        <p:spPr>
          <a:xfrm>
            <a:off x="8312526" y="2038255"/>
            <a:ext cx="1114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DECISION TREE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571B8-33B7-064B-9F66-28FB465FDA4A}"/>
              </a:ext>
            </a:extLst>
          </p:cNvPr>
          <p:cNvSpPr txBox="1"/>
          <p:nvPr/>
        </p:nvSpPr>
        <p:spPr>
          <a:xfrm>
            <a:off x="835937" y="2999132"/>
            <a:ext cx="2057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 CON </a:t>
            </a:r>
          </a:p>
          <a:p>
            <a:pPr algn="ctr"/>
            <a:r>
              <a:rPr lang="en-US" sz="1400" dirty="0"/>
              <a:t>TODAS LAS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EE76B-635C-AEB0-BB0C-F97323050A2C}"/>
              </a:ext>
            </a:extLst>
          </p:cNvPr>
          <p:cNvSpPr txBox="1"/>
          <p:nvPr/>
        </p:nvSpPr>
        <p:spPr>
          <a:xfrm>
            <a:off x="824958" y="3869640"/>
            <a:ext cx="20687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ENTRENAMIENTO CON </a:t>
            </a:r>
          </a:p>
          <a:p>
            <a:pPr algn="ctr"/>
            <a:r>
              <a:rPr lang="en-US" sz="1400" dirty="0"/>
              <a:t>VARIABLES SELECCIONADAS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E95ED-F3E1-7F7C-DE42-2016F32BB3AF}"/>
              </a:ext>
            </a:extLst>
          </p:cNvPr>
          <p:cNvSpPr/>
          <p:nvPr/>
        </p:nvSpPr>
        <p:spPr>
          <a:xfrm>
            <a:off x="10037160" y="2032517"/>
            <a:ext cx="177471" cy="376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D1B3D-C166-5B33-4EFF-331206B80D51}"/>
              </a:ext>
            </a:extLst>
          </p:cNvPr>
          <p:cNvSpPr txBox="1"/>
          <p:nvPr/>
        </p:nvSpPr>
        <p:spPr>
          <a:xfrm>
            <a:off x="9435107" y="2030054"/>
            <a:ext cx="1062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RANDOM FOREST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90DBE5-0B9B-C15A-8B67-699EA199E72E}"/>
              </a:ext>
            </a:extLst>
          </p:cNvPr>
          <p:cNvSpPr txBox="1"/>
          <p:nvPr/>
        </p:nvSpPr>
        <p:spPr>
          <a:xfrm>
            <a:off x="10482943" y="2047417"/>
            <a:ext cx="1152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GRADIENT BOOSTING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BB753-8269-5DC2-F51F-BC15ECB646F0}"/>
              </a:ext>
            </a:extLst>
          </p:cNvPr>
          <p:cNvSpPr txBox="1"/>
          <p:nvPr/>
        </p:nvSpPr>
        <p:spPr>
          <a:xfrm>
            <a:off x="2837494" y="1452171"/>
            <a:ext cx="87912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MAE [A</a:t>
            </a:r>
            <a:r>
              <a:rPr lang="es-CO" dirty="0"/>
              <a:t>ÑOS</a:t>
            </a:r>
            <a:r>
              <a:rPr lang="es-US" dirty="0"/>
              <a:t>]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35170-7363-53BE-6068-7D93904E260A}"/>
              </a:ext>
            </a:extLst>
          </p:cNvPr>
          <p:cNvSpPr/>
          <p:nvPr/>
        </p:nvSpPr>
        <p:spPr>
          <a:xfrm>
            <a:off x="2837494" y="1821503"/>
            <a:ext cx="8791207" cy="98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645752-4E5B-172D-2D9A-C1A16A8BC99B}"/>
              </a:ext>
            </a:extLst>
          </p:cNvPr>
          <p:cNvSpPr/>
          <p:nvPr/>
        </p:nvSpPr>
        <p:spPr>
          <a:xfrm>
            <a:off x="839263" y="2808319"/>
            <a:ext cx="1998231" cy="2819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179C59-0C24-B9FE-DFF1-62C9DE91A0DB}"/>
              </a:ext>
            </a:extLst>
          </p:cNvPr>
          <p:cNvSpPr/>
          <p:nvPr/>
        </p:nvSpPr>
        <p:spPr>
          <a:xfrm>
            <a:off x="839263" y="2808319"/>
            <a:ext cx="10789438" cy="906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B384C8-5D6B-A2D5-758F-618F7C4CEA06}"/>
              </a:ext>
            </a:extLst>
          </p:cNvPr>
          <p:cNvSpPr/>
          <p:nvPr/>
        </p:nvSpPr>
        <p:spPr>
          <a:xfrm>
            <a:off x="839263" y="3713164"/>
            <a:ext cx="10789438" cy="960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889A46-E2A6-2081-FF48-D134B50AE7A0}"/>
              </a:ext>
            </a:extLst>
          </p:cNvPr>
          <p:cNvCxnSpPr>
            <a:cxnSpLocks/>
          </p:cNvCxnSpPr>
          <p:nvPr/>
        </p:nvCxnSpPr>
        <p:spPr>
          <a:xfrm flipV="1">
            <a:off x="9435107" y="1841084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2BF439-DCAF-804D-BB40-CB94E0472118}"/>
              </a:ext>
            </a:extLst>
          </p:cNvPr>
          <p:cNvSpPr txBox="1"/>
          <p:nvPr/>
        </p:nvSpPr>
        <p:spPr>
          <a:xfrm>
            <a:off x="8308672" y="2993997"/>
            <a:ext cx="1145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3.33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EAEE21-D0F4-0C00-1998-C89C66AA1EA2}"/>
              </a:ext>
            </a:extLst>
          </p:cNvPr>
          <p:cNvSpPr txBox="1"/>
          <p:nvPr/>
        </p:nvSpPr>
        <p:spPr>
          <a:xfrm>
            <a:off x="9412767" y="2993997"/>
            <a:ext cx="1028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2.31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84AD68-3747-DE89-E78D-C8FD199EEF47}"/>
              </a:ext>
            </a:extLst>
          </p:cNvPr>
          <p:cNvSpPr txBox="1"/>
          <p:nvPr/>
        </p:nvSpPr>
        <p:spPr>
          <a:xfrm>
            <a:off x="8289349" y="3901939"/>
            <a:ext cx="1122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3.32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6931CD-669C-E346-826F-D193B1326A2A}"/>
              </a:ext>
            </a:extLst>
          </p:cNvPr>
          <p:cNvSpPr txBox="1"/>
          <p:nvPr/>
        </p:nvSpPr>
        <p:spPr>
          <a:xfrm>
            <a:off x="10473431" y="3002853"/>
            <a:ext cx="1126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2.33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DAC64A-DF66-FDD0-E447-D6CDD79E30E1}"/>
              </a:ext>
            </a:extLst>
          </p:cNvPr>
          <p:cNvSpPr txBox="1"/>
          <p:nvPr/>
        </p:nvSpPr>
        <p:spPr>
          <a:xfrm>
            <a:off x="10482943" y="3947416"/>
            <a:ext cx="1122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2.30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A782CB-A822-FDB7-1329-69D6FAC9E1ED}"/>
              </a:ext>
            </a:extLst>
          </p:cNvPr>
          <p:cNvSpPr txBox="1"/>
          <p:nvPr/>
        </p:nvSpPr>
        <p:spPr>
          <a:xfrm>
            <a:off x="9454431" y="3934596"/>
            <a:ext cx="1014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2.25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FCE97B-6CA9-5EE3-BD88-2C1C4C5535C4}"/>
              </a:ext>
            </a:extLst>
          </p:cNvPr>
          <p:cNvSpPr/>
          <p:nvPr/>
        </p:nvSpPr>
        <p:spPr>
          <a:xfrm>
            <a:off x="9514114" y="3925950"/>
            <a:ext cx="890839" cy="53422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FF7BA03D-F057-34BE-8380-1DD92EAE9A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B064A15-6ED0-0FFE-0691-B116BEF10D71}"/>
              </a:ext>
            </a:extLst>
          </p:cNvPr>
          <p:cNvSpPr/>
          <p:nvPr/>
        </p:nvSpPr>
        <p:spPr>
          <a:xfrm>
            <a:off x="839263" y="4674850"/>
            <a:ext cx="10789438" cy="952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A3E2A0-E8EB-802D-B666-80CA42F40C77}"/>
              </a:ext>
            </a:extLst>
          </p:cNvPr>
          <p:cNvCxnSpPr>
            <a:cxnSpLocks/>
          </p:cNvCxnSpPr>
          <p:nvPr/>
        </p:nvCxnSpPr>
        <p:spPr>
          <a:xfrm flipV="1">
            <a:off x="10482943" y="1841084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E46F49B-0997-A170-4AF6-ACD6270CE712}"/>
              </a:ext>
            </a:extLst>
          </p:cNvPr>
          <p:cNvCxnSpPr>
            <a:cxnSpLocks/>
          </p:cNvCxnSpPr>
          <p:nvPr/>
        </p:nvCxnSpPr>
        <p:spPr>
          <a:xfrm flipV="1">
            <a:off x="8312526" y="1821503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E1FDB63-CC8F-3CA2-2114-31025C98F1C6}"/>
              </a:ext>
            </a:extLst>
          </p:cNvPr>
          <p:cNvSpPr txBox="1"/>
          <p:nvPr/>
        </p:nvSpPr>
        <p:spPr>
          <a:xfrm>
            <a:off x="850236" y="4784896"/>
            <a:ext cx="1906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ENTRENAMIENTO CON COMPONENTES PRINCIPALES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F589AE-B7E3-EA9C-6F27-88A192C4F7D4}"/>
              </a:ext>
            </a:extLst>
          </p:cNvPr>
          <p:cNvSpPr txBox="1"/>
          <p:nvPr/>
        </p:nvSpPr>
        <p:spPr>
          <a:xfrm>
            <a:off x="8280071" y="4903851"/>
            <a:ext cx="114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3.41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77C7EB-61A0-861E-D87D-CC31E4C478D0}"/>
              </a:ext>
            </a:extLst>
          </p:cNvPr>
          <p:cNvSpPr txBox="1"/>
          <p:nvPr/>
        </p:nvSpPr>
        <p:spPr>
          <a:xfrm>
            <a:off x="9435106" y="4904648"/>
            <a:ext cx="1069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2.64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74FFA9-9A54-4191-41E2-6AD25A7CA83F}"/>
              </a:ext>
            </a:extLst>
          </p:cNvPr>
          <p:cNvSpPr txBox="1"/>
          <p:nvPr/>
        </p:nvSpPr>
        <p:spPr>
          <a:xfrm>
            <a:off x="10482943" y="4898168"/>
            <a:ext cx="1145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2.97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5C497-5C43-7412-F12B-C9A8373B2DBB}"/>
              </a:ext>
            </a:extLst>
          </p:cNvPr>
          <p:cNvSpPr txBox="1"/>
          <p:nvPr/>
        </p:nvSpPr>
        <p:spPr>
          <a:xfrm>
            <a:off x="7498569" y="2134867"/>
            <a:ext cx="786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KNN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A4103-68F6-2A10-408C-43B96E5068C0}"/>
              </a:ext>
            </a:extLst>
          </p:cNvPr>
          <p:cNvSpPr txBox="1"/>
          <p:nvPr/>
        </p:nvSpPr>
        <p:spPr>
          <a:xfrm>
            <a:off x="6670336" y="2115876"/>
            <a:ext cx="795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SVR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3FE9C-4D7F-7806-687A-28FA63E117E6}"/>
              </a:ext>
            </a:extLst>
          </p:cNvPr>
          <p:cNvSpPr txBox="1"/>
          <p:nvPr/>
        </p:nvSpPr>
        <p:spPr>
          <a:xfrm>
            <a:off x="5685923" y="2038255"/>
            <a:ext cx="988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ELASTIC NET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9B7A3-5274-87E0-E452-9A012293D5E0}"/>
              </a:ext>
            </a:extLst>
          </p:cNvPr>
          <p:cNvSpPr txBox="1"/>
          <p:nvPr/>
        </p:nvSpPr>
        <p:spPr>
          <a:xfrm>
            <a:off x="4703498" y="2122386"/>
            <a:ext cx="952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LASSO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BF7B28-0ADC-9BEA-3D7E-AA9283837588}"/>
              </a:ext>
            </a:extLst>
          </p:cNvPr>
          <p:cNvCxnSpPr>
            <a:cxnSpLocks/>
          </p:cNvCxnSpPr>
          <p:nvPr/>
        </p:nvCxnSpPr>
        <p:spPr>
          <a:xfrm flipV="1">
            <a:off x="7509455" y="1821503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6D7EB5-A998-6F7D-977E-EF9CB88991A8}"/>
              </a:ext>
            </a:extLst>
          </p:cNvPr>
          <p:cNvSpPr txBox="1"/>
          <p:nvPr/>
        </p:nvSpPr>
        <p:spPr>
          <a:xfrm>
            <a:off x="3742812" y="2133185"/>
            <a:ext cx="907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RIDGE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2B9564-AF78-5B68-F067-CDFE1AB4B322}"/>
              </a:ext>
            </a:extLst>
          </p:cNvPr>
          <p:cNvSpPr txBox="1"/>
          <p:nvPr/>
        </p:nvSpPr>
        <p:spPr>
          <a:xfrm>
            <a:off x="2579763" y="2134867"/>
            <a:ext cx="1348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SLR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C85F0F4-FD71-1854-4FBF-5E623712BD13}"/>
              </a:ext>
            </a:extLst>
          </p:cNvPr>
          <p:cNvCxnSpPr>
            <a:cxnSpLocks/>
          </p:cNvCxnSpPr>
          <p:nvPr/>
        </p:nvCxnSpPr>
        <p:spPr>
          <a:xfrm flipV="1">
            <a:off x="6637678" y="1806589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318F1C6-92A8-4299-E8D1-87BE1D0796B9}"/>
              </a:ext>
            </a:extLst>
          </p:cNvPr>
          <p:cNvCxnSpPr>
            <a:cxnSpLocks/>
          </p:cNvCxnSpPr>
          <p:nvPr/>
        </p:nvCxnSpPr>
        <p:spPr>
          <a:xfrm flipV="1">
            <a:off x="5685923" y="1806589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6138A9-5DC0-BB4A-076E-E4073DEEA067}"/>
              </a:ext>
            </a:extLst>
          </p:cNvPr>
          <p:cNvCxnSpPr>
            <a:cxnSpLocks/>
          </p:cNvCxnSpPr>
          <p:nvPr/>
        </p:nvCxnSpPr>
        <p:spPr>
          <a:xfrm flipV="1">
            <a:off x="4669517" y="1806589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040966-C60D-5E93-A122-6438E1CF99C8}"/>
              </a:ext>
            </a:extLst>
          </p:cNvPr>
          <p:cNvCxnSpPr>
            <a:cxnSpLocks/>
          </p:cNvCxnSpPr>
          <p:nvPr/>
        </p:nvCxnSpPr>
        <p:spPr>
          <a:xfrm flipV="1">
            <a:off x="3776941" y="1806589"/>
            <a:ext cx="0" cy="38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F86EFE-5FB1-F8A2-3D53-F153FFEACA3E}"/>
              </a:ext>
            </a:extLst>
          </p:cNvPr>
          <p:cNvGrpSpPr/>
          <p:nvPr/>
        </p:nvGrpSpPr>
        <p:grpSpPr>
          <a:xfrm>
            <a:off x="2827832" y="3007414"/>
            <a:ext cx="960073" cy="2417205"/>
            <a:chOff x="2827832" y="3007414"/>
            <a:chExt cx="960073" cy="241720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A934C6-4942-FC5E-2F53-366CB61DB7FE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2.53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90DEEA-3DF5-3D1B-8DED-46F8AC712286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3.21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2F969E2-60D6-A8DA-1C3F-B833904FADFF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3.96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4E0996C-3A71-3E98-D7AF-83C7F96DDFC8}"/>
              </a:ext>
            </a:extLst>
          </p:cNvPr>
          <p:cNvGrpSpPr/>
          <p:nvPr/>
        </p:nvGrpSpPr>
        <p:grpSpPr>
          <a:xfrm>
            <a:off x="3742812" y="3019042"/>
            <a:ext cx="960073" cy="2417205"/>
            <a:chOff x="2827832" y="3007414"/>
            <a:chExt cx="960073" cy="24172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D991DB9-AF3B-448E-7DB7-A94B0641CBCE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2.44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8B26BF-274F-11AE-3282-A27C851700B4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2.41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4FAF926-B22A-4198-A2FD-8121FD2AB650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2.74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8061B20-AAA0-16D0-4AED-92475D624F10}"/>
              </a:ext>
            </a:extLst>
          </p:cNvPr>
          <p:cNvGrpSpPr/>
          <p:nvPr/>
        </p:nvGrpSpPr>
        <p:grpSpPr>
          <a:xfrm>
            <a:off x="4679030" y="3007953"/>
            <a:ext cx="960073" cy="2417205"/>
            <a:chOff x="2827832" y="3007414"/>
            <a:chExt cx="960073" cy="2417205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B6C946-5000-531F-6825-09C6C3CCDC18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F5464B5-3806-7983-8148-C40AE1E75A30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2.43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CA5F334-923E-A1F8-7DCF-9260D1AFCA8A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2.75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DD5BCA2-56F2-848A-C1C8-AECE16260AC8}"/>
              </a:ext>
            </a:extLst>
          </p:cNvPr>
          <p:cNvGrpSpPr/>
          <p:nvPr/>
        </p:nvGrpSpPr>
        <p:grpSpPr>
          <a:xfrm>
            <a:off x="5690877" y="3019042"/>
            <a:ext cx="960073" cy="2417205"/>
            <a:chOff x="2827832" y="3007414"/>
            <a:chExt cx="960073" cy="241720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2A4FA87-CE19-874D-58C6-FDBDF8E66E76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440F6EF-6BDB-9346-8305-38C994250860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2.42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BF2180B-B2E5-769E-3DE0-54042098B114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2.74</a:t>
              </a:r>
            </a:p>
          </p:txBody>
        </p:sp>
      </p:grpSp>
      <p:grpSp>
        <p:nvGrpSpPr>
          <p:cNvPr id="3072" name="Group 3071">
            <a:extLst>
              <a:ext uri="{FF2B5EF4-FFF2-40B4-BE49-F238E27FC236}">
                <a16:creationId xmlns:a16="http://schemas.microsoft.com/office/drawing/2014/main" id="{CAE91347-637C-7683-0DF7-8105F1755EDF}"/>
              </a:ext>
            </a:extLst>
          </p:cNvPr>
          <p:cNvGrpSpPr/>
          <p:nvPr/>
        </p:nvGrpSpPr>
        <p:grpSpPr>
          <a:xfrm>
            <a:off x="6593935" y="3007953"/>
            <a:ext cx="960073" cy="2417205"/>
            <a:chOff x="2827832" y="3007414"/>
            <a:chExt cx="960073" cy="2417205"/>
          </a:xfrm>
        </p:grpSpPr>
        <p:sp>
          <p:nvSpPr>
            <p:cNvPr id="3073" name="TextBox 3072">
              <a:extLst>
                <a:ext uri="{FF2B5EF4-FFF2-40B4-BE49-F238E27FC236}">
                  <a16:creationId xmlns:a16="http://schemas.microsoft.com/office/drawing/2014/main" id="{FE1DDE63-78A5-5533-C94A-EC8C5A3D03DF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2.59</a:t>
              </a:r>
            </a:p>
          </p:txBody>
        </p:sp>
        <p:sp>
          <p:nvSpPr>
            <p:cNvPr id="3075" name="TextBox 3074">
              <a:extLst>
                <a:ext uri="{FF2B5EF4-FFF2-40B4-BE49-F238E27FC236}">
                  <a16:creationId xmlns:a16="http://schemas.microsoft.com/office/drawing/2014/main" id="{9A402C56-2804-411F-04D3-3732AD4AB5D9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2.52</a:t>
              </a:r>
            </a:p>
          </p:txBody>
        </p:sp>
        <p:sp>
          <p:nvSpPr>
            <p:cNvPr id="3077" name="TextBox 3076">
              <a:extLst>
                <a:ext uri="{FF2B5EF4-FFF2-40B4-BE49-F238E27FC236}">
                  <a16:creationId xmlns:a16="http://schemas.microsoft.com/office/drawing/2014/main" id="{8DCD75FA-1ABE-B294-D221-B9FAA74FD3CF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2.89</a:t>
              </a:r>
            </a:p>
          </p:txBody>
        </p:sp>
      </p:grpSp>
      <p:grpSp>
        <p:nvGrpSpPr>
          <p:cNvPr id="3078" name="Group 3077">
            <a:extLst>
              <a:ext uri="{FF2B5EF4-FFF2-40B4-BE49-F238E27FC236}">
                <a16:creationId xmlns:a16="http://schemas.microsoft.com/office/drawing/2014/main" id="{0C9F1312-02C8-F3F3-974D-09C21049B5E0}"/>
              </a:ext>
            </a:extLst>
          </p:cNvPr>
          <p:cNvGrpSpPr/>
          <p:nvPr/>
        </p:nvGrpSpPr>
        <p:grpSpPr>
          <a:xfrm>
            <a:off x="7432175" y="3007953"/>
            <a:ext cx="960073" cy="2417205"/>
            <a:chOff x="2827832" y="3007414"/>
            <a:chExt cx="960073" cy="2417205"/>
          </a:xfrm>
        </p:grpSpPr>
        <p:sp>
          <p:nvSpPr>
            <p:cNvPr id="3079" name="TextBox 3078">
              <a:extLst>
                <a:ext uri="{FF2B5EF4-FFF2-40B4-BE49-F238E27FC236}">
                  <a16:creationId xmlns:a16="http://schemas.microsoft.com/office/drawing/2014/main" id="{6422D724-5270-2174-3C01-E1BA2911CEDA}"/>
                </a:ext>
              </a:extLst>
            </p:cNvPr>
            <p:cNvSpPr txBox="1"/>
            <p:nvPr/>
          </p:nvSpPr>
          <p:spPr>
            <a:xfrm>
              <a:off x="2827832" y="3007414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2.48</a:t>
              </a:r>
            </a:p>
          </p:txBody>
        </p:sp>
        <p:sp>
          <p:nvSpPr>
            <p:cNvPr id="3080" name="TextBox 3079">
              <a:extLst>
                <a:ext uri="{FF2B5EF4-FFF2-40B4-BE49-F238E27FC236}">
                  <a16:creationId xmlns:a16="http://schemas.microsoft.com/office/drawing/2014/main" id="{B0801ECB-CC64-ECCC-E023-B53B2B463B5A}"/>
                </a:ext>
              </a:extLst>
            </p:cNvPr>
            <p:cNvSpPr txBox="1"/>
            <p:nvPr/>
          </p:nvSpPr>
          <p:spPr>
            <a:xfrm>
              <a:off x="2870241" y="3943318"/>
              <a:ext cx="8835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2.52</a:t>
              </a:r>
            </a:p>
          </p:txBody>
        </p:sp>
        <p:sp>
          <p:nvSpPr>
            <p:cNvPr id="3081" name="TextBox 3080">
              <a:extLst>
                <a:ext uri="{FF2B5EF4-FFF2-40B4-BE49-F238E27FC236}">
                  <a16:creationId xmlns:a16="http://schemas.microsoft.com/office/drawing/2014/main" id="{2D7DE469-B73D-755B-0E80-A312A66797EA}"/>
                </a:ext>
              </a:extLst>
            </p:cNvPr>
            <p:cNvSpPr txBox="1"/>
            <p:nvPr/>
          </p:nvSpPr>
          <p:spPr>
            <a:xfrm>
              <a:off x="2848458" y="4901399"/>
              <a:ext cx="9394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2.69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66EFB8-D365-B9EE-D241-486D8B193D7A}"/>
              </a:ext>
            </a:extLst>
          </p:cNvPr>
          <p:cNvSpPr txBox="1"/>
          <p:nvPr/>
        </p:nvSpPr>
        <p:spPr>
          <a:xfrm>
            <a:off x="850236" y="1932296"/>
            <a:ext cx="1957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MODELOS DE REGRESIÓN</a:t>
            </a:r>
          </a:p>
        </p:txBody>
      </p:sp>
    </p:spTree>
    <p:extLst>
      <p:ext uri="{BB962C8B-B14F-4D97-AF65-F5344CB8AC3E}">
        <p14:creationId xmlns:p14="http://schemas.microsoft.com/office/powerpoint/2010/main" val="1691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number in a row&#10;&#10;AI-generated content may be incorrect.">
            <a:extLst>
              <a:ext uri="{FF2B5EF4-FFF2-40B4-BE49-F238E27FC236}">
                <a16:creationId xmlns:a16="http://schemas.microsoft.com/office/drawing/2014/main" id="{3C9C6F84-69F9-9A01-CB1D-5097B8058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79" b="5795"/>
          <a:stretch/>
        </p:blipFill>
        <p:spPr>
          <a:xfrm>
            <a:off x="8398992" y="2057400"/>
            <a:ext cx="3107207" cy="41510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CE252F-592B-67C7-F68F-F18E6244B8D5}"/>
              </a:ext>
            </a:extLst>
          </p:cNvPr>
          <p:cNvSpPr txBox="1"/>
          <p:nvPr/>
        </p:nvSpPr>
        <p:spPr>
          <a:xfrm>
            <a:off x="480122" y="740211"/>
            <a:ext cx="1007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MODELO DE CLASIFICACIÓN SUPERVISADA: </a:t>
            </a:r>
            <a:r>
              <a:rPr lang="en-US" sz="2000" dirty="0"/>
              <a:t>REGRESIÓN LOGÍSTICA MULTINOMIAL</a:t>
            </a:r>
          </a:p>
        </p:txBody>
      </p:sp>
      <p:pic>
        <p:nvPicPr>
          <p:cNvPr id="5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F0DAFF23-9F20-2749-AC5B-6A07B2F07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AFBBF4-E6AF-1227-BB5F-22B835761E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22" y="1268797"/>
            <a:ext cx="6844932" cy="49396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2901F-CB61-C8B8-254D-31095A1B4791}"/>
              </a:ext>
            </a:extLst>
          </p:cNvPr>
          <p:cNvSpPr txBox="1"/>
          <p:nvPr/>
        </p:nvSpPr>
        <p:spPr>
          <a:xfrm>
            <a:off x="7402286" y="1268797"/>
            <a:ext cx="4309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Mejor </a:t>
            </a:r>
            <a:r>
              <a:rPr lang="en-US" b="1" dirty="0" err="1"/>
              <a:t>modelo</a:t>
            </a:r>
            <a:r>
              <a:rPr lang="en-US" b="1" dirty="0"/>
              <a:t>: </a:t>
            </a:r>
            <a:r>
              <a:rPr lang="en-US" dirty="0"/>
              <a:t>variables </a:t>
            </a:r>
            <a:r>
              <a:rPr lang="en-US" dirty="0" err="1"/>
              <a:t>seleccionadas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AE2E79-BEA3-B8AB-DA2B-232AF671111F}"/>
              </a:ext>
            </a:extLst>
          </p:cNvPr>
          <p:cNvSpPr txBox="1"/>
          <p:nvPr/>
        </p:nvSpPr>
        <p:spPr>
          <a:xfrm>
            <a:off x="7402286" y="1638129"/>
            <a:ext cx="123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Accuracy: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76D4F-60C6-19D8-E23A-0140D77B078E}"/>
              </a:ext>
            </a:extLst>
          </p:cNvPr>
          <p:cNvSpPr txBox="1"/>
          <p:nvPr/>
        </p:nvSpPr>
        <p:spPr>
          <a:xfrm>
            <a:off x="8540628" y="1570765"/>
            <a:ext cx="108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24.6%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CE45D-036B-0F53-114E-98DFD68AB808}"/>
              </a:ext>
            </a:extLst>
          </p:cNvPr>
          <p:cNvSpPr txBox="1"/>
          <p:nvPr/>
        </p:nvSpPr>
        <p:spPr>
          <a:xfrm>
            <a:off x="8066646" y="5428116"/>
            <a:ext cx="2035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82-84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44D3AD-3439-5C63-C006-62160BBB2839}"/>
              </a:ext>
            </a:extLst>
          </p:cNvPr>
          <p:cNvSpPr txBox="1"/>
          <p:nvPr/>
        </p:nvSpPr>
        <p:spPr>
          <a:xfrm>
            <a:off x="8066646" y="4880834"/>
            <a:ext cx="9922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74-76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87D99-6C8A-E187-DEFC-052AFA79FDFD}"/>
              </a:ext>
            </a:extLst>
          </p:cNvPr>
          <p:cNvSpPr txBox="1"/>
          <p:nvPr/>
        </p:nvSpPr>
        <p:spPr>
          <a:xfrm>
            <a:off x="8066646" y="4189172"/>
            <a:ext cx="9922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64-66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CC7156-AC81-0E5F-D9B3-063153ED12C1}"/>
              </a:ext>
            </a:extLst>
          </p:cNvPr>
          <p:cNvSpPr txBox="1"/>
          <p:nvPr/>
        </p:nvSpPr>
        <p:spPr>
          <a:xfrm>
            <a:off x="8066646" y="3497510"/>
            <a:ext cx="9922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54-56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F5B977-C700-EF4E-C842-830EDFE37DB1}"/>
              </a:ext>
            </a:extLst>
          </p:cNvPr>
          <p:cNvSpPr txBox="1"/>
          <p:nvPr/>
        </p:nvSpPr>
        <p:spPr>
          <a:xfrm>
            <a:off x="8066646" y="2813205"/>
            <a:ext cx="9922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44-46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F2AAD9-40F8-6C3F-0CDF-B4D7104AE56D}"/>
              </a:ext>
            </a:extLst>
          </p:cNvPr>
          <p:cNvSpPr txBox="1"/>
          <p:nvPr/>
        </p:nvSpPr>
        <p:spPr>
          <a:xfrm>
            <a:off x="8069140" y="2259705"/>
            <a:ext cx="9922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(</a:t>
            </a:r>
            <a:r>
              <a:rPr lang="es-US" sz="1100" b="1" dirty="0"/>
              <a:t>36-38 a</a:t>
            </a:r>
            <a:r>
              <a:rPr lang="es-CO" sz="1100" b="1" dirty="0" err="1"/>
              <a:t>ños</a:t>
            </a:r>
            <a:r>
              <a:rPr lang="es-US" sz="1100" dirty="0"/>
              <a:t>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13EDD7-4867-B87D-86E2-6E8401837287}"/>
              </a:ext>
            </a:extLst>
          </p:cNvPr>
          <p:cNvSpPr/>
          <p:nvPr/>
        </p:nvSpPr>
        <p:spPr>
          <a:xfrm>
            <a:off x="8854351" y="3160317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4421C26-F0A0-9A17-09F5-766B2B1C2084}"/>
              </a:ext>
            </a:extLst>
          </p:cNvPr>
          <p:cNvSpPr/>
          <p:nvPr/>
        </p:nvSpPr>
        <p:spPr>
          <a:xfrm>
            <a:off x="8001861" y="4258893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6CAA05-7EC5-AB28-0684-B4975BC92FAD}"/>
              </a:ext>
            </a:extLst>
          </p:cNvPr>
          <p:cNvSpPr/>
          <p:nvPr/>
        </p:nvSpPr>
        <p:spPr>
          <a:xfrm>
            <a:off x="8800672" y="4817282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6C2CC34-DA92-4BC3-271F-A34B990E1426}"/>
              </a:ext>
            </a:extLst>
          </p:cNvPr>
          <p:cNvSpPr/>
          <p:nvPr/>
        </p:nvSpPr>
        <p:spPr>
          <a:xfrm>
            <a:off x="8001861" y="4947761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1A7E4A-6780-AAAC-8E1D-DCFEFD1EBA3D}"/>
              </a:ext>
            </a:extLst>
          </p:cNvPr>
          <p:cNvSpPr/>
          <p:nvPr/>
        </p:nvSpPr>
        <p:spPr>
          <a:xfrm>
            <a:off x="8004672" y="5497837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42D6DB-4C18-F77B-B6C5-95A0E9F78880}"/>
              </a:ext>
            </a:extLst>
          </p:cNvPr>
          <p:cNvSpPr/>
          <p:nvPr/>
        </p:nvSpPr>
        <p:spPr>
          <a:xfrm>
            <a:off x="8800672" y="5367032"/>
            <a:ext cx="129570" cy="12216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BE63E7-372A-7C65-1332-FF59A9C63BCC}"/>
              </a:ext>
            </a:extLst>
          </p:cNvPr>
          <p:cNvSpPr/>
          <p:nvPr/>
        </p:nvSpPr>
        <p:spPr>
          <a:xfrm>
            <a:off x="11265260" y="4817282"/>
            <a:ext cx="244641" cy="26161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1018E633-B8AC-24D7-D592-2B3F17C3D612}"/>
              </a:ext>
            </a:extLst>
          </p:cNvPr>
          <p:cNvSpPr/>
          <p:nvPr/>
        </p:nvSpPr>
        <p:spPr>
          <a:xfrm>
            <a:off x="8085712" y="2302659"/>
            <a:ext cx="45719" cy="828351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B4688F03-2202-E52C-9D73-E7FECC39E076}"/>
              </a:ext>
            </a:extLst>
          </p:cNvPr>
          <p:cNvSpPr/>
          <p:nvPr/>
        </p:nvSpPr>
        <p:spPr>
          <a:xfrm>
            <a:off x="8080071" y="3346036"/>
            <a:ext cx="45720" cy="35128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B4B9C098-0A07-D969-A4D5-C9C7AB5D8927}"/>
              </a:ext>
            </a:extLst>
          </p:cNvPr>
          <p:cNvSpPr/>
          <p:nvPr/>
        </p:nvSpPr>
        <p:spPr>
          <a:xfrm>
            <a:off x="8838410" y="4423444"/>
            <a:ext cx="91832" cy="35586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 Bracket 31">
            <a:extLst>
              <a:ext uri="{FF2B5EF4-FFF2-40B4-BE49-F238E27FC236}">
                <a16:creationId xmlns:a16="http://schemas.microsoft.com/office/drawing/2014/main" id="{3E6DC0C1-1DF1-A61B-0004-153498F26251}"/>
              </a:ext>
            </a:extLst>
          </p:cNvPr>
          <p:cNvSpPr/>
          <p:nvPr/>
        </p:nvSpPr>
        <p:spPr>
          <a:xfrm>
            <a:off x="8841804" y="5125527"/>
            <a:ext cx="91832" cy="193311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1A370856-E64A-D281-8F57-AEE6C8CB6A20}"/>
              </a:ext>
            </a:extLst>
          </p:cNvPr>
          <p:cNvSpPr/>
          <p:nvPr/>
        </p:nvSpPr>
        <p:spPr>
          <a:xfrm>
            <a:off x="8873416" y="3738932"/>
            <a:ext cx="56826" cy="481517"/>
          </a:xfrm>
          <a:prstGeom prst="leftBracke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1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DCAFD3-7D44-983A-E5BB-21D727A0707D}"/>
              </a:ext>
            </a:extLst>
          </p:cNvPr>
          <p:cNvSpPr txBox="1"/>
          <p:nvPr/>
        </p:nvSpPr>
        <p:spPr>
          <a:xfrm>
            <a:off x="501892" y="576327"/>
            <a:ext cx="806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/>
              <a:t>MODELO DE CLASIFICACIÓN NO SUPERVISADA: </a:t>
            </a:r>
            <a:r>
              <a:rPr lang="en-US" sz="2000" dirty="0"/>
              <a:t>KMEANS PARA 2016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D2D8DF-706C-7D7F-7F95-42951C729744}"/>
              </a:ext>
            </a:extLst>
          </p:cNvPr>
          <p:cNvGrpSpPr/>
          <p:nvPr/>
        </p:nvGrpSpPr>
        <p:grpSpPr>
          <a:xfrm>
            <a:off x="926576" y="3721360"/>
            <a:ext cx="9785108" cy="2267953"/>
            <a:chOff x="501893" y="1268797"/>
            <a:chExt cx="10502368" cy="2162785"/>
          </a:xfrm>
        </p:grpSpPr>
        <p:pic>
          <p:nvPicPr>
            <p:cNvPr id="5" name="Picture 4" descr="A graph with blue lines&#10;&#10;AI-generated content may be incorrect.">
              <a:extLst>
                <a:ext uri="{FF2B5EF4-FFF2-40B4-BE49-F238E27FC236}">
                  <a16:creationId xmlns:a16="http://schemas.microsoft.com/office/drawing/2014/main" id="{193111B6-56D2-801D-6163-CF2D7EB87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893" y="1268797"/>
              <a:ext cx="3503578" cy="2162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A graph with a line going up&#10;&#10;AI-generated content may be incorrect.">
              <a:extLst>
                <a:ext uri="{FF2B5EF4-FFF2-40B4-BE49-F238E27FC236}">
                  <a16:creationId xmlns:a16="http://schemas.microsoft.com/office/drawing/2014/main" id="{B759C766-1EC0-CF8F-3F23-27CDD965D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5471" y="1268797"/>
              <a:ext cx="3499395" cy="2160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A graph with blue lines&#10;&#10;AI-generated content may be incorrect.">
              <a:extLst>
                <a:ext uri="{FF2B5EF4-FFF2-40B4-BE49-F238E27FC236}">
                  <a16:creationId xmlns:a16="http://schemas.microsoft.com/office/drawing/2014/main" id="{8D25C048-B2CC-1B84-4AE6-AE911C80B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4866" y="1268797"/>
              <a:ext cx="3499395" cy="21602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B618F9B-554B-5261-BD68-3E6609A420AF}"/>
              </a:ext>
            </a:extLst>
          </p:cNvPr>
          <p:cNvSpPr txBox="1"/>
          <p:nvPr/>
        </p:nvSpPr>
        <p:spPr>
          <a:xfrm>
            <a:off x="501892" y="3352028"/>
            <a:ext cx="351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CLUSTERS: KMEANS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E11B9-F459-041D-8470-0528576AA7F9}"/>
              </a:ext>
            </a:extLst>
          </p:cNvPr>
          <p:cNvSpPr txBox="1"/>
          <p:nvPr/>
        </p:nvSpPr>
        <p:spPr>
          <a:xfrm>
            <a:off x="501892" y="976437"/>
            <a:ext cx="3518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CLUSTERS: MANUALES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6D263-5460-CFAD-D069-CFF990060B76}"/>
              </a:ext>
            </a:extLst>
          </p:cNvPr>
          <p:cNvGrpSpPr/>
          <p:nvPr/>
        </p:nvGrpSpPr>
        <p:grpSpPr>
          <a:xfrm>
            <a:off x="4471639" y="1268797"/>
            <a:ext cx="6240045" cy="2160203"/>
            <a:chOff x="3174475" y="1578488"/>
            <a:chExt cx="5243695" cy="1540820"/>
          </a:xfrm>
        </p:grpSpPr>
        <p:pic>
          <p:nvPicPr>
            <p:cNvPr id="11" name="Picture 10" descr="A graph with a rectangle&#10;&#10;AI-generated content may be incorrect.">
              <a:extLst>
                <a:ext uri="{FF2B5EF4-FFF2-40B4-BE49-F238E27FC236}">
                  <a16:creationId xmlns:a16="http://schemas.microsoft.com/office/drawing/2014/main" id="{3C9764FA-34CD-7C9B-7951-2442D5E5E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4475" y="1578489"/>
              <a:ext cx="2496041" cy="15408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Picture 11" descr="A graph with a line going up&#10;&#10;AI-generated content may be incorrect.">
              <a:extLst>
                <a:ext uri="{FF2B5EF4-FFF2-40B4-BE49-F238E27FC236}">
                  <a16:creationId xmlns:a16="http://schemas.microsoft.com/office/drawing/2014/main" id="{8E87F8B9-7501-1143-6D4C-5F4D0A7A1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9130" y="1578488"/>
              <a:ext cx="2599040" cy="15408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5241D3D3-418D-32D8-064B-67AB44B8B1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59C233-C443-DFBD-9E8A-0DCE09EFB367}"/>
                  </a:ext>
                </a:extLst>
              </p:cNvPr>
              <p:cNvSpPr txBox="1"/>
              <p:nvPr/>
            </p:nvSpPr>
            <p:spPr>
              <a:xfrm>
                <a:off x="636104" y="1345769"/>
                <a:ext cx="35184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ea typeface="Cambria Math" panose="02040503050406030204" pitchFamily="18" charset="0"/>
                  </a:rPr>
                  <a:t>Cluster 1: </a:t>
                </a:r>
                <a14:m>
                  <m:oMath xmlns:m="http://schemas.openxmlformats.org/officeDocument/2006/math">
                    <m:r>
                      <a:rPr lang="es-E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Cluster 2: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Cluster 3: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59C233-C443-DFBD-9E8A-0DCE09EFB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04" y="1345769"/>
                <a:ext cx="3518452" cy="1200329"/>
              </a:xfrm>
              <a:prstGeom prst="rect">
                <a:avLst/>
              </a:prstGeom>
              <a:blipFill>
                <a:blip r:embed="rId8"/>
                <a:stretch>
                  <a:fillRect l="-1038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4B046D-FCE6-3615-8CC0-1FA2D31769B2}"/>
                  </a:ext>
                </a:extLst>
              </p:cNvPr>
              <p:cNvSpPr txBox="1"/>
              <p:nvPr/>
            </p:nvSpPr>
            <p:spPr>
              <a:xfrm>
                <a:off x="812957" y="2513806"/>
                <a:ext cx="1630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𝟗𝟗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4B046D-FCE6-3615-8CC0-1FA2D317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57" y="2513806"/>
                <a:ext cx="1630018" cy="461665"/>
              </a:xfrm>
              <a:prstGeom prst="rect">
                <a:avLst/>
              </a:prstGeom>
              <a:blipFill>
                <a:blip r:embed="rId9"/>
                <a:stretch>
                  <a:fillRect l="-746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B8F260-07B3-C755-1447-72163050EE40}"/>
                  </a:ext>
                </a:extLst>
              </p:cNvPr>
              <p:cNvSpPr txBox="1"/>
              <p:nvPr/>
            </p:nvSpPr>
            <p:spPr>
              <a:xfrm>
                <a:off x="2442975" y="2521031"/>
                <a:ext cx="14531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𝟓𝟑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B8F260-07B3-C755-1447-72163050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975" y="2521031"/>
                <a:ext cx="145316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06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2F1C4D80-8640-ADE8-CEAD-1F316659A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aph with a green rectangle&#10;&#10;AI-generated content may be incorrect.">
            <a:extLst>
              <a:ext uri="{FF2B5EF4-FFF2-40B4-BE49-F238E27FC236}">
                <a16:creationId xmlns:a16="http://schemas.microsoft.com/office/drawing/2014/main" id="{9F0743A9-9D7D-19E3-292B-960724B31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62" y="417443"/>
            <a:ext cx="10035208" cy="5684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27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EB6A-234B-0B3F-E7A2-0E057065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EVALUACIÓN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FDB35-49F4-7754-D7EC-FC785C540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1240"/>
            <a:ext cx="4497918" cy="4891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AF3588-A70F-D220-645E-D921CB01F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159" y="1411240"/>
            <a:ext cx="5833641" cy="3347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2017C5-19FA-2AED-4D04-3EA9089C5012}"/>
              </a:ext>
            </a:extLst>
          </p:cNvPr>
          <p:cNvSpPr txBox="1"/>
          <p:nvPr/>
        </p:nvSpPr>
        <p:spPr>
          <a:xfrm>
            <a:off x="5520159" y="4986988"/>
            <a:ext cx="379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dirty="0"/>
              <a:t>Error conjunto de prueba: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D73EF-64E4-E5CF-5E5F-535A936DFCF1}"/>
              </a:ext>
            </a:extLst>
          </p:cNvPr>
          <p:cNvSpPr txBox="1"/>
          <p:nvPr/>
        </p:nvSpPr>
        <p:spPr>
          <a:xfrm>
            <a:off x="8610376" y="4879266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3200" b="1" dirty="0"/>
              <a:t>2.28</a:t>
            </a:r>
            <a:r>
              <a:rPr lang="es-US" sz="3200" dirty="0"/>
              <a:t> a</a:t>
            </a:r>
            <a:r>
              <a:rPr lang="es-CO" sz="3200" dirty="0" err="1"/>
              <a:t>ños</a:t>
            </a:r>
            <a:endParaRPr lang="en-US" sz="3200" dirty="0"/>
          </a:p>
        </p:txBody>
      </p:sp>
      <p:pic>
        <p:nvPicPr>
          <p:cNvPr id="8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A868ACA2-4F09-62E9-2C45-F3206B3AB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432AC2-B75F-6232-4A62-C2674101715C}"/>
              </a:ext>
            </a:extLst>
          </p:cNvPr>
          <p:cNvSpPr txBox="1"/>
          <p:nvPr/>
        </p:nvSpPr>
        <p:spPr>
          <a:xfrm>
            <a:off x="5520159" y="5585018"/>
            <a:ext cx="379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dirty="0"/>
              <a:t>Error conjunto de validación: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0F368-2B8F-CD87-AB9B-BDC4CB604265}"/>
              </a:ext>
            </a:extLst>
          </p:cNvPr>
          <p:cNvSpPr txBox="1"/>
          <p:nvPr/>
        </p:nvSpPr>
        <p:spPr>
          <a:xfrm>
            <a:off x="8610376" y="5410259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3200" b="1" dirty="0"/>
              <a:t>2.25</a:t>
            </a:r>
            <a:r>
              <a:rPr lang="es-US" sz="3200" dirty="0"/>
              <a:t> a</a:t>
            </a:r>
            <a:r>
              <a:rPr lang="es-CO" sz="3200" dirty="0" err="1"/>
              <a:t>ños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3010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BC57A0-20DD-9BF1-B30A-9CB528E9F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58686"/>
            <a:ext cx="5127171" cy="3324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5A0E7E-8E73-0E30-CC9B-1C60BB650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58686"/>
            <a:ext cx="5222550" cy="332465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521E10-E184-A837-D3D2-2EA071583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56796"/>
            <a:ext cx="5127171" cy="60189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/>
              <a:t>AN</a:t>
            </a:r>
            <a:r>
              <a:rPr lang="es-US" sz="2400" b="1" dirty="0"/>
              <a:t>ÁLISIS DE ERRORES Y RESULTADOS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CF794-8557-2A5C-56CC-69F70486DB2B}"/>
              </a:ext>
            </a:extLst>
          </p:cNvPr>
          <p:cNvSpPr txBox="1"/>
          <p:nvPr/>
        </p:nvSpPr>
        <p:spPr>
          <a:xfrm>
            <a:off x="6096000" y="4937649"/>
            <a:ext cx="5440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b="1" dirty="0"/>
              <a:t>MAL DESEMPE</a:t>
            </a:r>
            <a:r>
              <a:rPr lang="es-CO" b="1" dirty="0"/>
              <a:t>ÑO</a:t>
            </a:r>
            <a:r>
              <a:rPr lang="es-US" b="1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dirty="0"/>
              <a:t>Esperanza de vida &lt;50 </a:t>
            </a:r>
            <a:r>
              <a:rPr lang="es-CO" dirty="0"/>
              <a:t>años, 65</a:t>
            </a:r>
            <a:r>
              <a:rPr lang="es-US" dirty="0"/>
              <a:t>-70 </a:t>
            </a:r>
            <a:r>
              <a:rPr lang="es-CO" dirty="0"/>
              <a:t>años, </a:t>
            </a:r>
            <a:r>
              <a:rPr lang="es-US" dirty="0"/>
              <a:t>&gt;80 </a:t>
            </a:r>
            <a:r>
              <a:rPr lang="es-CO" dirty="0"/>
              <a:t>años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Regiones de </a:t>
            </a:r>
            <a:r>
              <a:rPr lang="es-US" dirty="0"/>
              <a:t>África y Sudeste de Asia </a:t>
            </a:r>
            <a:endParaRPr lang="en-US" dirty="0"/>
          </a:p>
        </p:txBody>
      </p:sp>
      <p:pic>
        <p:nvPicPr>
          <p:cNvPr id="8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4315A036-F948-52B7-476C-34904A3DD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6E105F-95C8-D5D7-E4EB-4E0799F58C08}"/>
              </a:ext>
            </a:extLst>
          </p:cNvPr>
          <p:cNvSpPr txBox="1"/>
          <p:nvPr/>
        </p:nvSpPr>
        <p:spPr>
          <a:xfrm>
            <a:off x="838199" y="4954956"/>
            <a:ext cx="369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MEDIANA DEL ERROR ABSOLUTO: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FBD90-7ECC-8C54-C8D3-501C9EC9D8C6}"/>
              </a:ext>
            </a:extLst>
          </p:cNvPr>
          <p:cNvSpPr txBox="1"/>
          <p:nvPr/>
        </p:nvSpPr>
        <p:spPr>
          <a:xfrm>
            <a:off x="4537032" y="4783340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1.8</a:t>
            </a:r>
          </a:p>
        </p:txBody>
      </p:sp>
    </p:spTree>
    <p:extLst>
      <p:ext uri="{BB962C8B-B14F-4D97-AF65-F5344CB8AC3E}">
        <p14:creationId xmlns:p14="http://schemas.microsoft.com/office/powerpoint/2010/main" val="332715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F218EF-4E51-9E78-9CA3-E945DE5DB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796"/>
            <a:ext cx="4245430" cy="601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US" sz="2400" b="1" dirty="0"/>
              <a:t>INTERVALOS DE CONFIANZA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4961D-7D14-37DD-238B-413783DA8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31422"/>
            <a:ext cx="4921721" cy="34999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6A86A3-ADCD-3FDD-D879-A96EFF0CDD20}"/>
              </a:ext>
            </a:extLst>
          </p:cNvPr>
          <p:cNvSpPr txBox="1">
            <a:spLocks/>
          </p:cNvSpPr>
          <p:nvPr/>
        </p:nvSpPr>
        <p:spPr>
          <a:xfrm>
            <a:off x="838199" y="1344109"/>
            <a:ext cx="6564087" cy="60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1800" b="1" dirty="0"/>
              <a:t>ERROR MEDIO ABSOLUTO:</a:t>
            </a:r>
            <a:endParaRPr lang="en-US" sz="18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0D9252-3D23-B411-F431-2C7A16A8BAEE}"/>
              </a:ext>
            </a:extLst>
          </p:cNvPr>
          <p:cNvCxnSpPr/>
          <p:nvPr/>
        </p:nvCxnSpPr>
        <p:spPr>
          <a:xfrm>
            <a:off x="2481943" y="4550229"/>
            <a:ext cx="0" cy="9579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3FC407-4BCB-E681-7230-3ED33231A618}"/>
              </a:ext>
            </a:extLst>
          </p:cNvPr>
          <p:cNvCxnSpPr/>
          <p:nvPr/>
        </p:nvCxnSpPr>
        <p:spPr>
          <a:xfrm>
            <a:off x="4582883" y="4561114"/>
            <a:ext cx="0" cy="9579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1E9D9D-CD20-B5C1-031F-6BB7BCBDC840}"/>
              </a:ext>
            </a:extLst>
          </p:cNvPr>
          <p:cNvSpPr txBox="1"/>
          <p:nvPr/>
        </p:nvSpPr>
        <p:spPr>
          <a:xfrm>
            <a:off x="2171601" y="554082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/>
              <a:t>2.13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596D0-72C3-F6CF-4185-BA16012E2F57}"/>
              </a:ext>
            </a:extLst>
          </p:cNvPr>
          <p:cNvSpPr txBox="1"/>
          <p:nvPr/>
        </p:nvSpPr>
        <p:spPr>
          <a:xfrm>
            <a:off x="4272541" y="554082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dirty="0"/>
              <a:t>2.44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10B660-F754-6F35-A5A7-90CC9E506246}"/>
              </a:ext>
            </a:extLst>
          </p:cNvPr>
          <p:cNvCxnSpPr/>
          <p:nvPr/>
        </p:nvCxnSpPr>
        <p:spPr>
          <a:xfrm>
            <a:off x="3526971" y="1885852"/>
            <a:ext cx="0" cy="3600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612CBD-E1F0-BA06-F458-2B89C167031E}"/>
              </a:ext>
            </a:extLst>
          </p:cNvPr>
          <p:cNvSpPr txBox="1"/>
          <p:nvPr/>
        </p:nvSpPr>
        <p:spPr>
          <a:xfrm>
            <a:off x="3142891" y="5543457"/>
            <a:ext cx="768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US" sz="2400" b="1" dirty="0"/>
              <a:t>2.28</a:t>
            </a:r>
            <a:endParaRPr lang="en-US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D0E55-2723-7B3C-3BAC-4D301C42D801}"/>
              </a:ext>
            </a:extLst>
          </p:cNvPr>
          <p:cNvSpPr txBox="1"/>
          <p:nvPr/>
        </p:nvSpPr>
        <p:spPr>
          <a:xfrm>
            <a:off x="2068973" y="5931932"/>
            <a:ext cx="2915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S" sz="2400" b="1" dirty="0"/>
              <a:t>95%</a:t>
            </a:r>
            <a:r>
              <a:rPr lang="es-US" sz="2400" dirty="0"/>
              <a:t> de confianza</a:t>
            </a:r>
            <a:endParaRPr lang="en-US" sz="24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E061B64-AEB9-1B99-24E0-F8DB17A1FC3D}"/>
              </a:ext>
            </a:extLst>
          </p:cNvPr>
          <p:cNvSpPr txBox="1">
            <a:spLocks/>
          </p:cNvSpPr>
          <p:nvPr/>
        </p:nvSpPr>
        <p:spPr>
          <a:xfrm>
            <a:off x="6438899" y="856796"/>
            <a:ext cx="4245430" cy="60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2400" b="1" dirty="0"/>
              <a:t>A/B TESTING</a:t>
            </a:r>
            <a:endParaRPr 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86E5FA-CD93-62E6-7DBA-C0F2A23BB2F9}"/>
              </a:ext>
            </a:extLst>
          </p:cNvPr>
          <p:cNvSpPr txBox="1"/>
          <p:nvPr/>
        </p:nvSpPr>
        <p:spPr>
          <a:xfrm>
            <a:off x="6509655" y="1889879"/>
            <a:ext cx="38753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dirty="0"/>
              <a:t>Con el test de Wilcoxon se comprueba que las predicciones del modelo final son mejores:</a:t>
            </a:r>
          </a:p>
          <a:p>
            <a:pPr algn="just"/>
            <a:endParaRPr lang="es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US" dirty="0"/>
              <a:t>Con </a:t>
            </a:r>
            <a:r>
              <a:rPr lang="es-US" b="1" dirty="0"/>
              <a:t>&gt;99.9% </a:t>
            </a:r>
            <a:r>
              <a:rPr lang="es-US" dirty="0"/>
              <a:t>de nivel de confianza a la media de las esperanzas de vida del </a:t>
            </a:r>
            <a:r>
              <a:rPr lang="es-US" dirty="0" err="1"/>
              <a:t>dataset</a:t>
            </a:r>
            <a:r>
              <a:rPr lang="es-US" dirty="0"/>
              <a:t>.</a:t>
            </a:r>
          </a:p>
          <a:p>
            <a:pPr algn="just"/>
            <a:endParaRPr lang="es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US" dirty="0"/>
              <a:t>Con </a:t>
            </a:r>
            <a:r>
              <a:rPr lang="es-US" b="1" dirty="0"/>
              <a:t>99.9% </a:t>
            </a:r>
            <a:r>
              <a:rPr lang="es-US" dirty="0"/>
              <a:t>de nivel de confianza al modelo de </a:t>
            </a:r>
            <a:r>
              <a:rPr lang="es-US" dirty="0" err="1"/>
              <a:t>Gradient</a:t>
            </a:r>
            <a:r>
              <a:rPr lang="es-US" dirty="0"/>
              <a:t> </a:t>
            </a:r>
            <a:r>
              <a:rPr lang="es-US" dirty="0" err="1"/>
              <a:t>Boosting</a:t>
            </a:r>
            <a:r>
              <a:rPr lang="es-US" dirty="0"/>
              <a:t> entrenado con las variables seleccionadas.</a:t>
            </a:r>
            <a:endParaRPr lang="en-US" dirty="0"/>
          </a:p>
        </p:txBody>
      </p:sp>
      <p:pic>
        <p:nvPicPr>
          <p:cNvPr id="19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05E09D07-ED2D-EBEC-B178-605242382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343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F1462-1ACC-996F-907F-10B5A297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DESPLIEGUE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56642-F689-DBBB-FE89-02577725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91" y="1429430"/>
            <a:ext cx="2554804" cy="490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EC80FC-560B-BCCA-E3C1-08A21D99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13" y="1429430"/>
            <a:ext cx="3040229" cy="1400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B25C37-0674-20AF-8F35-BA3859823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13" y="2968453"/>
            <a:ext cx="5352630" cy="3362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9A47C8-E1FF-AE0F-19EE-5A9EDFCC9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429430"/>
            <a:ext cx="2635592" cy="4901053"/>
          </a:xfrm>
          <a:prstGeom prst="rect">
            <a:avLst/>
          </a:prstGeom>
        </p:spPr>
      </p:pic>
      <p:pic>
        <p:nvPicPr>
          <p:cNvPr id="9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8ADD4D0A-333F-2BE0-ED6D-03F413FA5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824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E607BA1A-242C-4F27-84B4-F33D9C55E4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Title 1">
            <a:extLst>
              <a:ext uri="{FF2B5EF4-FFF2-40B4-BE49-F238E27FC236}">
                <a16:creationId xmlns:a16="http://schemas.microsoft.com/office/drawing/2014/main" id="{2D8FF024-0C8F-7B21-CDA3-28C64147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932"/>
            <a:ext cx="10515600" cy="1325563"/>
          </a:xfrm>
        </p:spPr>
        <p:txBody>
          <a:bodyPr/>
          <a:lstStyle/>
          <a:p>
            <a:r>
              <a:rPr lang="es-US" dirty="0"/>
              <a:t>TECNOLOGÍA</a:t>
            </a:r>
            <a:endParaRPr 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A99FA7BE-0801-DD3C-EF37-2D04E0267421}"/>
              </a:ext>
            </a:extLst>
          </p:cNvPr>
          <p:cNvSpPr txBox="1">
            <a:spLocks/>
          </p:cNvSpPr>
          <p:nvPr/>
        </p:nvSpPr>
        <p:spPr>
          <a:xfrm>
            <a:off x="838200" y="1562475"/>
            <a:ext cx="3011068" cy="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1800" b="1" dirty="0"/>
              <a:t>AMBIENTE TECNOLÓGICO:</a:t>
            </a:r>
            <a:endParaRPr lang="en-US" sz="18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662A01-06BF-F868-CAB8-C57D0DBF3548}"/>
              </a:ext>
            </a:extLst>
          </p:cNvPr>
          <p:cNvSpPr txBox="1"/>
          <p:nvPr/>
        </p:nvSpPr>
        <p:spPr>
          <a:xfrm>
            <a:off x="838200" y="1962475"/>
            <a:ext cx="265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NUBE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2B8EDA85-7FC3-DD4F-011A-7FE5434FEFC7}"/>
              </a:ext>
            </a:extLst>
          </p:cNvPr>
          <p:cNvSpPr txBox="1">
            <a:spLocks/>
          </p:cNvSpPr>
          <p:nvPr/>
        </p:nvSpPr>
        <p:spPr>
          <a:xfrm>
            <a:off x="838200" y="2488038"/>
            <a:ext cx="3011068" cy="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1800" b="1" dirty="0"/>
              <a:t>ARQUITECTURA:</a:t>
            </a:r>
            <a:endParaRPr lang="en-US" sz="18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F27269-9641-D2F1-9263-3E0C01FBAA5E}"/>
              </a:ext>
            </a:extLst>
          </p:cNvPr>
          <p:cNvSpPr txBox="1"/>
          <p:nvPr/>
        </p:nvSpPr>
        <p:spPr>
          <a:xfrm>
            <a:off x="838200" y="2888038"/>
            <a:ext cx="265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BATCH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A2997FF8-3F98-FC48-00EA-6E01047C8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593" y="1387891"/>
            <a:ext cx="6605511" cy="471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99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904DB9-6A9C-0D96-AA4D-633CC7964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140"/>
            <a:ext cx="10515600" cy="1325563"/>
          </a:xfrm>
        </p:spPr>
        <p:txBody>
          <a:bodyPr/>
          <a:lstStyle/>
          <a:p>
            <a:r>
              <a:rPr lang="es-US" dirty="0"/>
              <a:t>DEMO</a:t>
            </a:r>
            <a:endParaRPr lang="en-US" dirty="0"/>
          </a:p>
        </p:txBody>
      </p:sp>
      <p:pic>
        <p:nvPicPr>
          <p:cNvPr id="5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7F663A1D-3BDB-EC54-8676-66725BFD9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C1010D-E5D8-7289-3F22-36B5E0EF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13" y="1282148"/>
            <a:ext cx="7056253" cy="487109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6636CF-2EEB-7A4E-7B28-0E05A0A0993D}"/>
              </a:ext>
            </a:extLst>
          </p:cNvPr>
          <p:cNvSpPr txBox="1">
            <a:spLocks/>
          </p:cNvSpPr>
          <p:nvPr/>
        </p:nvSpPr>
        <p:spPr>
          <a:xfrm>
            <a:off x="838200" y="1771703"/>
            <a:ext cx="3011068" cy="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US" sz="1800" b="1" dirty="0"/>
              <a:t>CASO DE USO:</a:t>
            </a:r>
            <a:endParaRPr 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07C08-1A22-9004-3AB7-783D339D96EF}"/>
              </a:ext>
            </a:extLst>
          </p:cNvPr>
          <p:cNvSpPr txBox="1"/>
          <p:nvPr/>
        </p:nvSpPr>
        <p:spPr>
          <a:xfrm>
            <a:off x="838200" y="2171703"/>
            <a:ext cx="265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BIG DATA</a:t>
            </a:r>
          </a:p>
        </p:txBody>
      </p:sp>
    </p:spTree>
    <p:extLst>
      <p:ext uri="{BB962C8B-B14F-4D97-AF65-F5344CB8AC3E}">
        <p14:creationId xmlns:p14="http://schemas.microsoft.com/office/powerpoint/2010/main" val="1945841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E41C1A-D16E-785E-48CA-9D816BAA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56796"/>
            <a:ext cx="5127171" cy="601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/>
              <a:t>COMPARACIÓN DE MODELOS</a:t>
            </a:r>
            <a:endParaRPr lang="en-US" sz="24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90D91C-78F6-F8EA-BD12-8A3B54BE22BA}"/>
              </a:ext>
            </a:extLst>
          </p:cNvPr>
          <p:cNvGrpSpPr/>
          <p:nvPr/>
        </p:nvGrpSpPr>
        <p:grpSpPr>
          <a:xfrm>
            <a:off x="4416286" y="1626428"/>
            <a:ext cx="7383882" cy="4919841"/>
            <a:chOff x="838199" y="1437584"/>
            <a:chExt cx="7383882" cy="49198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607876-45C2-6077-2A10-8E31A08B2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5"/>
            <a:stretch/>
          </p:blipFill>
          <p:spPr>
            <a:xfrm>
              <a:off x="838199" y="1437584"/>
              <a:ext cx="7383882" cy="23739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B7CEE84-DD4F-E8C5-693E-3D9C566D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199" y="4004595"/>
              <a:ext cx="7383882" cy="2352830"/>
            </a:xfrm>
            <a:prstGeom prst="rect">
              <a:avLst/>
            </a:prstGeom>
          </p:spPr>
        </p:pic>
      </p:grpSp>
      <p:pic>
        <p:nvPicPr>
          <p:cNvPr id="7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55EB2629-16A4-DD04-74FC-5FDA7192A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07DA31-6276-148F-3F49-C3277780B206}"/>
              </a:ext>
            </a:extLst>
          </p:cNvPr>
          <p:cNvSpPr txBox="1"/>
          <p:nvPr/>
        </p:nvSpPr>
        <p:spPr>
          <a:xfrm>
            <a:off x="5072270" y="1257096"/>
            <a:ext cx="265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55177-6472-198B-3DE4-A138485F8317}"/>
              </a:ext>
            </a:extLst>
          </p:cNvPr>
          <p:cNvSpPr txBox="1"/>
          <p:nvPr/>
        </p:nvSpPr>
        <p:spPr>
          <a:xfrm>
            <a:off x="8762839" y="1257096"/>
            <a:ext cx="2653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BIG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FB04DE-6171-0107-F9CB-3927E5DF3D55}"/>
              </a:ext>
            </a:extLst>
          </p:cNvPr>
          <p:cNvSpPr txBox="1"/>
          <p:nvPr/>
        </p:nvSpPr>
        <p:spPr>
          <a:xfrm>
            <a:off x="838199" y="1724727"/>
            <a:ext cx="343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ORIGINAL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07666-A965-8659-827F-418095E43DE9}"/>
              </a:ext>
            </a:extLst>
          </p:cNvPr>
          <p:cNvSpPr txBox="1"/>
          <p:nvPr/>
        </p:nvSpPr>
        <p:spPr>
          <a:xfrm>
            <a:off x="838198" y="3964056"/>
            <a:ext cx="343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BIG DATA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47FCE3-C677-48DF-7C59-911E524DFB49}"/>
              </a:ext>
            </a:extLst>
          </p:cNvPr>
          <p:cNvGrpSpPr/>
          <p:nvPr/>
        </p:nvGrpSpPr>
        <p:grpSpPr>
          <a:xfrm>
            <a:off x="838198" y="2156515"/>
            <a:ext cx="3435628" cy="1358915"/>
            <a:chOff x="838198" y="2156515"/>
            <a:chExt cx="3435628" cy="135891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348527-E6F3-E478-B83B-457DFDEA5245}"/>
                </a:ext>
              </a:extLst>
            </p:cNvPr>
            <p:cNvSpPr txBox="1"/>
            <p:nvPr/>
          </p:nvSpPr>
          <p:spPr>
            <a:xfrm>
              <a:off x="838199" y="2156515"/>
              <a:ext cx="3435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MSE</a:t>
              </a:r>
              <a:r>
                <a:rPr lang="en-US" dirty="0"/>
                <a:t> = 9.371246</a:t>
              </a:r>
            </a:p>
            <a:p>
              <a:pPr algn="ctr"/>
              <a:r>
                <a:rPr lang="en-US" b="1" dirty="0"/>
                <a:t>MAE</a:t>
              </a:r>
              <a:r>
                <a:rPr lang="en-US" dirty="0"/>
                <a:t> = 2.307437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E7E78C-0B49-ADEB-DF9E-E9C30AB47E5E}"/>
                </a:ext>
              </a:extLst>
            </p:cNvPr>
            <p:cNvSpPr txBox="1"/>
            <p:nvPr/>
          </p:nvSpPr>
          <p:spPr>
            <a:xfrm>
              <a:off x="838198" y="2869099"/>
              <a:ext cx="3435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Tiempo de </a:t>
              </a:r>
              <a:r>
                <a:rPr lang="en-US" b="1" dirty="0" err="1"/>
                <a:t>entrenamiento</a:t>
              </a:r>
              <a:endParaRPr lang="en-US" dirty="0"/>
            </a:p>
            <a:p>
              <a:pPr algn="ctr"/>
              <a:r>
                <a:rPr lang="en-US" dirty="0"/>
                <a:t>12.17 </a:t>
              </a:r>
              <a:r>
                <a:rPr lang="en-US" dirty="0" err="1"/>
                <a:t>segundos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BF3DDA-B03A-8540-A9E6-F2EA098B4956}"/>
              </a:ext>
            </a:extLst>
          </p:cNvPr>
          <p:cNvGrpSpPr/>
          <p:nvPr/>
        </p:nvGrpSpPr>
        <p:grpSpPr>
          <a:xfrm>
            <a:off x="838198" y="4642289"/>
            <a:ext cx="3435628" cy="1358915"/>
            <a:chOff x="838198" y="2156515"/>
            <a:chExt cx="3435628" cy="13589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79B05D-3E00-09CB-A081-6F8939038E24}"/>
                </a:ext>
              </a:extLst>
            </p:cNvPr>
            <p:cNvSpPr txBox="1"/>
            <p:nvPr/>
          </p:nvSpPr>
          <p:spPr>
            <a:xfrm>
              <a:off x="838199" y="2156515"/>
              <a:ext cx="3435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MSE</a:t>
              </a:r>
              <a:r>
                <a:rPr lang="en-US" dirty="0"/>
                <a:t> = 32.754939</a:t>
              </a:r>
            </a:p>
            <a:p>
              <a:pPr algn="ctr"/>
              <a:r>
                <a:rPr lang="en-US" b="1" dirty="0"/>
                <a:t>MAE</a:t>
              </a:r>
              <a:r>
                <a:rPr lang="en-US" dirty="0"/>
                <a:t> = 4.199028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8F0820-1C49-EA6C-F5DA-C76F14609396}"/>
                </a:ext>
              </a:extLst>
            </p:cNvPr>
            <p:cNvSpPr txBox="1"/>
            <p:nvPr/>
          </p:nvSpPr>
          <p:spPr>
            <a:xfrm>
              <a:off x="838198" y="2869099"/>
              <a:ext cx="3435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Tiempo de </a:t>
              </a:r>
              <a:r>
                <a:rPr lang="en-US" b="1" dirty="0" err="1"/>
                <a:t>entrenamiento</a:t>
              </a:r>
              <a:endParaRPr lang="en-US" dirty="0"/>
            </a:p>
            <a:p>
              <a:pPr algn="ctr"/>
              <a:r>
                <a:rPr lang="en-US" dirty="0"/>
                <a:t>34.58 </a:t>
              </a:r>
              <a:r>
                <a:rPr lang="en-US" dirty="0" err="1"/>
                <a:t>segundos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831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90B1-102B-98E2-4545-D718C903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CONCLUSIONES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C461-F77D-0AA0-9518-98731D0A8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86"/>
            <a:ext cx="10515600" cy="2027918"/>
          </a:xfrm>
        </p:spPr>
        <p:txBody>
          <a:bodyPr>
            <a:noAutofit/>
          </a:bodyPr>
          <a:lstStyle/>
          <a:p>
            <a:pPr algn="just"/>
            <a:r>
              <a:rPr lang="es-ES" sz="1600" dirty="0">
                <a:solidFill>
                  <a:srgbClr val="000000"/>
                </a:solidFill>
              </a:rPr>
              <a:t>E</a:t>
            </a:r>
            <a:r>
              <a:rPr lang="es-ES" sz="1600" b="0" i="0" u="none" strike="noStrike" baseline="0" dirty="0">
                <a:solidFill>
                  <a:srgbClr val="000000"/>
                </a:solidFill>
              </a:rPr>
              <a:t>l objetivo </a:t>
            </a:r>
            <a:r>
              <a:rPr lang="es-ES" sz="1600" dirty="0">
                <a:solidFill>
                  <a:srgbClr val="000000"/>
                </a:solidFill>
              </a:rPr>
              <a:t>principal, junto a los objetivos específicos, </a:t>
            </a:r>
            <a:r>
              <a:rPr lang="es-ES" sz="1600" b="0" i="0" u="none" strike="noStrike" baseline="0" dirty="0">
                <a:solidFill>
                  <a:srgbClr val="000000"/>
                </a:solidFill>
              </a:rPr>
              <a:t>fueron satisfechos. </a:t>
            </a:r>
          </a:p>
          <a:p>
            <a:pPr algn="just"/>
            <a:r>
              <a:rPr lang="es-ES" sz="1600" dirty="0">
                <a:solidFill>
                  <a:srgbClr val="000000"/>
                </a:solidFill>
              </a:rPr>
              <a:t>Se dio respuesta a la pregunta de investigación.</a:t>
            </a:r>
          </a:p>
          <a:p>
            <a:pPr algn="just"/>
            <a:r>
              <a:rPr lang="es-E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 MAE del modelo construido en el demo de implementación en ambiente productivo con arquitectura </a:t>
            </a:r>
            <a:r>
              <a:rPr lang="es-E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batch</a:t>
            </a:r>
            <a:r>
              <a:rPr lang="es-E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empleando servicios de Big Data de AWS, fue 1.82 veces mayor al construido en la implementación original.</a:t>
            </a:r>
            <a:endParaRPr lang="es-ES" sz="1600" b="0" i="0" u="none" strike="noStrike" baseline="0" dirty="0">
              <a:solidFill>
                <a:srgbClr val="000000"/>
              </a:solidFill>
            </a:endParaRPr>
          </a:p>
          <a:p>
            <a:pPr algn="just"/>
            <a:r>
              <a:rPr lang="es-ES" sz="1600" b="0" i="0" u="none" strike="noStrike" baseline="0" dirty="0">
                <a:solidFill>
                  <a:srgbClr val="000000"/>
                </a:solidFill>
              </a:rPr>
              <a:t>De la información derivada de este proyecto, se pueden formular juicios bien fundamentados que sustenten proyectos gubernamentales respaldados por la OMS para aumentar la longevidad y el bienestar de las poblaciones. </a:t>
            </a:r>
          </a:p>
        </p:txBody>
      </p:sp>
      <p:pic>
        <p:nvPicPr>
          <p:cNvPr id="4" name="Picture 2" descr="OMS: Organización Mundial de la Salud - Office of the Secretary-General's  Envoy on Youth">
            <a:extLst>
              <a:ext uri="{FF2B5EF4-FFF2-40B4-BE49-F238E27FC236}">
                <a16:creationId xmlns:a16="http://schemas.microsoft.com/office/drawing/2014/main" id="{E41D2124-364F-9811-BBA9-F05925A79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91"/>
          <a:stretch/>
        </p:blipFill>
        <p:spPr bwMode="auto">
          <a:xfrm>
            <a:off x="11065403" y="-3048"/>
            <a:ext cx="1126597" cy="98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30169D1-9391-9233-0061-0F29C042F535}"/>
              </a:ext>
            </a:extLst>
          </p:cNvPr>
          <p:cNvGrpSpPr/>
          <p:nvPr/>
        </p:nvGrpSpPr>
        <p:grpSpPr>
          <a:xfrm>
            <a:off x="838200" y="3263266"/>
            <a:ext cx="10515600" cy="3893374"/>
            <a:chOff x="838200" y="3851094"/>
            <a:chExt cx="10515600" cy="38933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05973D9-BD1C-D61F-F687-529154193DB1}"/>
                </a:ext>
              </a:extLst>
            </p:cNvPr>
            <p:cNvSpPr txBox="1"/>
            <p:nvPr/>
          </p:nvSpPr>
          <p:spPr>
            <a:xfrm>
              <a:off x="838200" y="3851094"/>
              <a:ext cx="42547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US" sz="2000" b="1" dirty="0"/>
                <a:t>POSIBLES MEJORAS DEL MODELO: </a:t>
              </a:r>
              <a:endParaRPr lang="en-US" sz="20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8F5535-5D94-066C-2FB9-C261C8A69AA5}"/>
                </a:ext>
              </a:extLst>
            </p:cNvPr>
            <p:cNvSpPr txBox="1"/>
            <p:nvPr/>
          </p:nvSpPr>
          <p:spPr>
            <a:xfrm>
              <a:off x="838200" y="4251204"/>
              <a:ext cx="10515600" cy="349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l">
                <a:buFont typeface="+mj-lt"/>
                <a:buAutoNum type="arabicPeriod"/>
              </a:pP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Aumentar la cantidad de variables significativas para la predicción de la esperanza de vida. </a:t>
              </a:r>
              <a:endParaRPr lang="en-US" sz="1700" b="0" i="0" u="none" strike="noStrike" baseline="0" dirty="0">
                <a:solidFill>
                  <a:srgbClr val="000000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Aumentar el total de registros al incluir los datos de los últimos 7 años. 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s-ES" sz="1700" dirty="0">
                  <a:solidFill>
                    <a:srgbClr val="000000"/>
                  </a:solidFill>
                </a:rPr>
                <a:t>Distribución proporcional de las regiones en los conjuntos de entrenamiento, validación y prueba (eliminar distribución aleatoria).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Eliminar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“Africa”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como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variable para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impedir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sesgo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(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habitar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en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Africa no es causal de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menor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 Esperanza de </a:t>
              </a:r>
              <a:r>
                <a:rPr lang="en-US" sz="1700" b="0" i="0" u="none" strike="noStrike" baseline="0" dirty="0" err="1">
                  <a:solidFill>
                    <a:srgbClr val="000000"/>
                  </a:solidFill>
                </a:rPr>
                <a:t>vida</a:t>
              </a:r>
              <a:r>
                <a:rPr lang="en-US" sz="1700" b="0" i="0" u="none" strike="noStrike" baseline="0" dirty="0">
                  <a:solidFill>
                    <a:srgbClr val="000000"/>
                  </a:solidFill>
                </a:rPr>
                <a:t>).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Obtener los datos faltantes de los países por medios oficiales para reducir la proporción de datos imputados. </a:t>
              </a:r>
              <a:endParaRPr lang="en-US" sz="1700" b="0" i="0" u="none" strike="noStrike" baseline="0" dirty="0">
                <a:solidFill>
                  <a:srgbClr val="000000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Entrenar otros modelos de ML como redes neuronales. </a:t>
              </a:r>
              <a:endParaRPr lang="en-US" sz="1700" b="0" i="0" u="none" strike="noStrike" baseline="0" dirty="0">
                <a:solidFill>
                  <a:srgbClr val="000000"/>
                </a:solidFill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Utilizar la herramienta </a:t>
              </a:r>
              <a:r>
                <a:rPr lang="es-ES" sz="1700" b="0" i="0" u="none" strike="noStrike" baseline="0" dirty="0" err="1">
                  <a:solidFill>
                    <a:srgbClr val="000000"/>
                  </a:solidFill>
                </a:rPr>
                <a:t>GridSearchCV</a:t>
              </a: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 para afinar los </a:t>
              </a:r>
              <a:r>
                <a:rPr lang="es-ES" sz="1700" b="0" i="0" u="none" strike="noStrike" baseline="0" dirty="0" err="1">
                  <a:solidFill>
                    <a:srgbClr val="000000"/>
                  </a:solidFill>
                </a:rPr>
                <a:t>hiperparámetros</a:t>
              </a:r>
              <a:r>
                <a:rPr lang="es-ES" sz="1700" b="0" i="0" u="none" strike="noStrike" baseline="0" dirty="0">
                  <a:solidFill>
                    <a:srgbClr val="000000"/>
                  </a:solidFill>
                </a:rPr>
                <a:t> del modelo y obtener el mejor rendimiento posible. </a:t>
              </a:r>
            </a:p>
            <a:p>
              <a:pPr marL="342900" indent="-342900" algn="l">
                <a:buFont typeface="+mj-lt"/>
                <a:buAutoNum type="arabicPeriod"/>
              </a:pPr>
              <a:endParaRPr lang="es-ES" sz="17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45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</TotalTime>
  <Words>1209</Words>
  <Application>Microsoft Office PowerPoint</Application>
  <PresentationFormat>Widescreen</PresentationFormat>
  <Paragraphs>249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arial</vt:lpstr>
      <vt:lpstr>Cambria Math</vt:lpstr>
      <vt:lpstr>Helvetica Neue</vt:lpstr>
      <vt:lpstr>Times New Roman</vt:lpstr>
      <vt:lpstr>Office Theme</vt:lpstr>
      <vt:lpstr>PREDICCIÓN DE LA ESPERANZA DE VIDA</vt:lpstr>
      <vt:lpstr>PowerPoint Presentation</vt:lpstr>
      <vt:lpstr>METODOLOGÍA: CRISP-DM</vt:lpstr>
      <vt:lpstr>DATASET</vt:lpstr>
      <vt:lpstr>ENTENDIMIENTO DE DATOS</vt:lpstr>
      <vt:lpstr>PREPARACIÓN DE DATOS</vt:lpstr>
      <vt:lpstr>PowerPoint Presentation</vt:lpstr>
      <vt:lpstr>PowerPoint Presentation</vt:lpstr>
      <vt:lpstr>PowerPoint Presentation</vt:lpstr>
      <vt:lpstr>PowerPoint Presentation</vt:lpstr>
      <vt:lpstr>MODELACIÓN</vt:lpstr>
      <vt:lpstr>PowerPoint Presentation</vt:lpstr>
      <vt:lpstr>PowerPoint Presentation</vt:lpstr>
      <vt:lpstr>PowerPoint Presentation</vt:lpstr>
      <vt:lpstr>EVALUACIÓN</vt:lpstr>
      <vt:lpstr>PowerPoint Presentation</vt:lpstr>
      <vt:lpstr>PowerPoint Presentation</vt:lpstr>
      <vt:lpstr>DESPLIEGUE</vt:lpstr>
      <vt:lpstr>TECNOLOGÍA</vt:lpstr>
      <vt:lpstr>DEMO</vt:lpstr>
      <vt:lpstr>PowerPoint Presentation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LA ESPERANZA DE VIDA</dc:title>
  <dc:creator>Alejandro Arango Giraldo</dc:creator>
  <cp:lastModifiedBy>Alejandro Arango Giraldo</cp:lastModifiedBy>
  <cp:revision>2</cp:revision>
  <dcterms:created xsi:type="dcterms:W3CDTF">2024-05-24T15:11:35Z</dcterms:created>
  <dcterms:modified xsi:type="dcterms:W3CDTF">2025-06-03T01:01:03Z</dcterms:modified>
</cp:coreProperties>
</file>